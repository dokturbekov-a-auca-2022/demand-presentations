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9906000" y="1238250"/>
            <a:ext cx="2476500" cy="2476500"/>
          </a:xfrm>
          <a:prstGeom prst="roundRect">
            <a:avLst>
              <a:gd name="adj" fmla="val 384231"/>
            </a:avLst>
          </a:prstGeom>
          <a:solidFill>
            <a:srgbClr val="FFC83D"/>
          </a:solidFill>
          <a:ln/>
        </p:spPr>
      </p:sp>
      <p:sp>
        <p:nvSpPr>
          <p:cNvPr id="4" name="Shape 2"/>
          <p:cNvSpPr/>
          <p:nvPr/>
        </p:nvSpPr>
        <p:spPr>
          <a:xfrm>
            <a:off x="11715750" y="5048250"/>
            <a:ext cx="1143000" cy="1143000"/>
          </a:xfrm>
          <a:prstGeom prst="rect">
            <a:avLst/>
          </a:prstGeom>
          <a:solidFill>
            <a:srgbClr val="FFC83D"/>
          </a:solidFill>
          <a:ln/>
        </p:spPr>
      </p:sp>
      <p:sp>
        <p:nvSpPr>
          <p:cNvPr id="5" name="Shape 3"/>
          <p:cNvSpPr/>
          <p:nvPr/>
        </p:nvSpPr>
        <p:spPr>
          <a:xfrm>
            <a:off x="1047750" y="5715000"/>
            <a:ext cx="857250" cy="857250"/>
          </a:xfrm>
          <a:prstGeom prst="roundRect">
            <a:avLst>
              <a:gd name="adj" fmla="val 1110000"/>
            </a:avLst>
          </a:prstGeom>
          <a:solidFill>
            <a:srgbClr val="4CC9F0"/>
          </a:solidFill>
          <a:ln/>
        </p:spPr>
      </p:sp>
      <p:sp>
        <p:nvSpPr>
          <p:cNvPr id="6" name="Shape 4"/>
          <p:cNvSpPr/>
          <p:nvPr/>
        </p:nvSpPr>
        <p:spPr>
          <a:xfrm>
            <a:off x="10438969" y="1043667"/>
            <a:ext cx="1680090" cy="979717"/>
          </a:xfrm>
          <a:prstGeom prst="roundRect">
            <a:avLst>
              <a:gd name="adj" fmla="val 13611"/>
            </a:avLst>
          </a:prstGeom>
          <a:solidFill>
            <a:srgbClr val="FF6F91"/>
          </a:solidFill>
          <a:ln/>
          <a:effectLst>
            <a:outerShdw sx="100000" sy="100000" kx="0" ky="0" algn="bl" rotWithShape="0" blurRad="152400" dist="76200" dir="5400000">
              <a:srgbClr val="2B2552">
                <a:alpha val="18000"/>
              </a:srgbClr>
            </a:outerShdw>
          </a:effectLst>
        </p:spPr>
      </p:sp>
      <p:sp>
        <p:nvSpPr>
          <p:cNvPr id="7" name="Text 5"/>
          <p:cNvSpPr/>
          <p:nvPr/>
        </p:nvSpPr>
        <p:spPr>
          <a:xfrm>
            <a:off x="1524000" y="759768"/>
            <a:ext cx="3268065" cy="295275"/>
          </a:xfrm>
          <a:prstGeom prst="rect">
            <a:avLst/>
          </a:prstGeom>
          <a:noFill/>
          <a:ln/>
        </p:spPr>
        <p:txBody>
          <a:bodyPr wrap="square" lIns="171450" tIns="66675" rIns="171450" bIns="66675" rtlCol="0" anchor="t"/>
          <a:lstStyle/>
          <a:p>
            <a:pPr algn="l" indent="0" marL="0">
              <a:buNone/>
            </a:pPr>
            <a:r>
              <a:rPr lang="en-US" sz="1125" b="1" dirty="0">
                <a:solidFill>
                  <a:srgbClr val="7C5CFC"/>
                </a:solidFill>
                <a:latin typeface="Fredoka" pitchFamily="34" charset="0"/>
                <a:ea typeface="Fredoka" pitchFamily="34" charset="-122"/>
                <a:cs typeface="Fredoka" pitchFamily="34" charset="-120"/>
              </a:rPr>
              <a:t>PRE-INTERMEDIATE 2 · LESSON 1</a:t>
            </a:r>
            <a:endParaRPr lang="en-US" sz="1125" dirty="0"/>
          </a:p>
        </p:txBody>
      </p:sp>
      <p:sp>
        <p:nvSpPr>
          <p:cNvPr id="8" name="Text 6"/>
          <p:cNvSpPr/>
          <p:nvPr/>
        </p:nvSpPr>
        <p:spPr>
          <a:xfrm>
            <a:off x="4788843" y="621655"/>
            <a:ext cx="1689274" cy="571500"/>
          </a:xfrm>
          <a:prstGeom prst="rect">
            <a:avLst/>
          </a:prstGeom>
          <a:noFill/>
          <a:ln/>
        </p:spPr>
        <p:txBody>
          <a:bodyPr wrap="square" lIns="95250" tIns="76200" rIns="171450" bIns="76200" rtlCol="0" anchor="t"/>
          <a:lstStyle/>
          <a:p>
            <a:pPr algn="l" indent="0" marL="0">
              <a:buNone/>
            </a:pPr>
            <a:r>
              <a:rPr lang="en-US" sz="1650" b="1" dirty="0">
                <a:solidFill>
                  <a:srgbClr val="2B2552"/>
                </a:solidFill>
                <a:latin typeface="Fredoka" pitchFamily="34" charset="0"/>
                <a:ea typeface="Fredoka" pitchFamily="34" charset="-122"/>
                <a:cs typeface="Fredoka" pitchFamily="34" charset="-120"/>
              </a:rPr>
              <a:t>🦊</a:t>
            </a:r>
            <a:pPr algn="l" indent="0" marL="0">
              <a:buNone/>
            </a:pPr>
            <a:r>
              <a:rPr lang="en-US" sz="1275" dirty="0">
                <a:solidFill>
                  <a:srgbClr val="2B2552"/>
                </a:solidFill>
                <a:latin typeface="Fredoka" pitchFamily="34" charset="0"/>
                <a:ea typeface="Fredoka" pitchFamily="34" charset="-122"/>
                <a:cs typeface="Fredoka" pitchFamily="34" charset="-120"/>
              </a:rPr>
              <a:t> Coach Fox</a:t>
            </a:r>
            <a:endParaRPr lang="en-US" sz="1275" dirty="0"/>
          </a:p>
        </p:txBody>
      </p:sp>
      <p:sp>
        <p:nvSpPr>
          <p:cNvPr id="9" name="Text 7"/>
          <p:cNvSpPr/>
          <p:nvPr/>
        </p:nvSpPr>
        <p:spPr>
          <a:xfrm>
            <a:off x="1524000" y="1459855"/>
            <a:ext cx="8101013" cy="1901726"/>
          </a:xfrm>
          <a:prstGeom prst="rect">
            <a:avLst/>
          </a:prstGeom>
          <a:noFill/>
          <a:ln/>
        </p:spPr>
        <p:txBody>
          <a:bodyPr wrap="square" lIns="0" tIns="0" rIns="0" bIns="0" rtlCol="0" anchor="t"/>
          <a:lstStyle/>
          <a:p>
            <a:pPr algn="l" indent="0" marL="0">
              <a:lnSpc>
                <a:spcPts val="7488"/>
              </a:lnSpc>
              <a:spcBef>
                <a:spcPts val="2100"/>
              </a:spcBef>
              <a:spcAft>
                <a:spcPts val="4824"/>
              </a:spcAft>
              <a:buNone/>
            </a:pPr>
            <a:r>
              <a:rPr lang="en-US" sz="7200" dirty="0">
                <a:solidFill>
                  <a:srgbClr val="2B2552"/>
                </a:solidFill>
                <a:latin typeface="Fredoka" pitchFamily="34" charset="0"/>
                <a:ea typeface="Fredoka" pitchFamily="34" charset="-122"/>
                <a:cs typeface="Fredoka" pitchFamily="34" charset="-120"/>
              </a:rPr>
              <a:t>Welcome</a:t>
            </a:r>
            <a:endParaRPr lang="en-US" sz="7200" dirty="0"/>
          </a:p>
          <a:p>
            <a:pPr algn="l" indent="0" marL="0">
              <a:lnSpc>
                <a:spcPts val="7488"/>
              </a:lnSpc>
              <a:spcBef>
                <a:spcPts val="2100"/>
              </a:spcBef>
              <a:spcAft>
                <a:spcPts val="4824"/>
              </a:spcAft>
              <a:buNone/>
            </a:pPr>
            <a:r>
              <a:rPr lang="en-US" sz="7200" dirty="0">
                <a:solidFill>
                  <a:srgbClr val="2B2552"/>
                </a:solidFill>
                <a:latin typeface="Fredoka" pitchFamily="34" charset="0"/>
                <a:ea typeface="Fredoka" pitchFamily="34" charset="-122"/>
                <a:cs typeface="Fredoka" pitchFamily="34" charset="-120"/>
              </a:rPr>
              <a:t>Back! </a:t>
            </a:r>
            <a:endParaRPr lang="en-US" sz="7200" dirty="0"/>
          </a:p>
          <a:p>
            <a:pPr algn="l" indent="0" marL="0">
              <a:lnSpc>
                <a:spcPts val="7488"/>
              </a:lnSpc>
              <a:spcBef>
                <a:spcPts val="2100"/>
              </a:spcBef>
              <a:spcAft>
                <a:spcPts val="4824"/>
              </a:spcAft>
              <a:buNone/>
            </a:pPr>
            <a:r>
              <a:rPr lang="en-US" sz="4800" b="1" dirty="0">
                <a:solidFill>
                  <a:srgbClr val="2B2552"/>
                </a:solidFill>
                <a:latin typeface="Fredoka" pitchFamily="34" charset="0"/>
                <a:ea typeface="Fredoka" pitchFamily="34" charset="-122"/>
                <a:cs typeface="Fredoka" pitchFamily="34" charset="-120"/>
              </a:rPr>
              <a:t>☀️❄️</a:t>
            </a:r>
            <a:endParaRPr lang="en-US" sz="7200" dirty="0"/>
          </a:p>
        </p:txBody>
      </p:sp>
      <p:sp>
        <p:nvSpPr>
          <p:cNvPr id="10" name="Text 8"/>
          <p:cNvSpPr/>
          <p:nvPr/>
        </p:nvSpPr>
        <p:spPr>
          <a:xfrm>
            <a:off x="1524000" y="4240857"/>
            <a:ext cx="8101013" cy="804863"/>
          </a:xfrm>
          <a:prstGeom prst="rect">
            <a:avLst/>
          </a:prstGeom>
          <a:noFill/>
          <a:ln/>
        </p:spPr>
        <p:txBody>
          <a:bodyPr wrap="square" lIns="0" tIns="0" rIns="0" bIns="0" rtlCol="0" anchor="t"/>
          <a:lstStyle/>
          <a:p>
            <a:pPr algn="l" indent="0" marL="0">
              <a:lnSpc>
                <a:spcPts val="3169"/>
              </a:lnSpc>
              <a:spcBef>
                <a:spcPts val="2100"/>
              </a:spcBef>
              <a:spcAft>
                <a:spcPts val="1950"/>
              </a:spcAft>
              <a:buNone/>
            </a:pPr>
            <a:r>
              <a:rPr lang="en-US" sz="1950" b="1" dirty="0">
                <a:solidFill>
                  <a:srgbClr val="5B5478"/>
                </a:solidFill>
                <a:latin typeface="Nunito" pitchFamily="34" charset="0"/>
                <a:ea typeface="Nunito" pitchFamily="34" charset="-122"/>
                <a:cs typeface="Nunito" pitchFamily="34" charset="-120"/>
              </a:rPr>
              <a:t>Grammar revision + getting to know each other + summer &amp; winter updates.</a:t>
            </a:r>
            <a:endParaRPr lang="en-US" sz="1950" dirty="0"/>
          </a:p>
        </p:txBody>
      </p:sp>
      <p:sp>
        <p:nvSpPr>
          <p:cNvPr id="11" name="Text 9"/>
          <p:cNvSpPr/>
          <p:nvPr/>
        </p:nvSpPr>
        <p:spPr>
          <a:xfrm>
            <a:off x="1524000" y="5674370"/>
            <a:ext cx="1103732" cy="390525"/>
          </a:xfrm>
          <a:prstGeom prst="rect">
            <a:avLst/>
          </a:prstGeom>
          <a:noFill/>
          <a:ln/>
        </p:spPr>
        <p:txBody>
          <a:bodyPr wrap="square" lIns="171450" tIns="85725" rIns="171450" bIns="85725" rtlCol="0" anchor="t"/>
          <a:lstStyle/>
          <a:p>
            <a:pPr algn="l" indent="0" marL="0">
              <a:buNone/>
            </a:pPr>
            <a:r>
              <a:rPr lang="en-US" sz="1275" b="1" dirty="0">
                <a:solidFill>
                  <a:srgbClr val="7C5CFC"/>
                </a:solidFill>
                <a:latin typeface="Nunito" pitchFamily="34" charset="0"/>
                <a:ea typeface="Nunito" pitchFamily="34" charset="-122"/>
                <a:cs typeface="Nunito" pitchFamily="34" charset="-120"/>
              </a:rPr>
              <a:t>📚 Learn</a:t>
            </a:r>
            <a:endParaRPr lang="en-US" sz="1275" dirty="0"/>
          </a:p>
        </p:txBody>
      </p:sp>
      <p:sp>
        <p:nvSpPr>
          <p:cNvPr id="12" name="Text 10"/>
          <p:cNvSpPr/>
          <p:nvPr/>
        </p:nvSpPr>
        <p:spPr>
          <a:xfrm>
            <a:off x="2727573" y="5674370"/>
            <a:ext cx="1302507" cy="390525"/>
          </a:xfrm>
          <a:prstGeom prst="rect">
            <a:avLst/>
          </a:prstGeom>
          <a:noFill/>
          <a:ln/>
        </p:spPr>
        <p:txBody>
          <a:bodyPr wrap="square" lIns="171450" tIns="85725" rIns="171450" bIns="85725" rtlCol="0" anchor="t"/>
          <a:lstStyle/>
          <a:p>
            <a:pPr algn="l" indent="0" marL="0">
              <a:buNone/>
            </a:pPr>
            <a:r>
              <a:rPr lang="en-US" sz="1275" b="1" dirty="0">
                <a:solidFill>
                  <a:srgbClr val="0E8C6E"/>
                </a:solidFill>
                <a:latin typeface="Nunito" pitchFamily="34" charset="0"/>
                <a:ea typeface="Nunito" pitchFamily="34" charset="-122"/>
                <a:cs typeface="Nunito" pitchFamily="34" charset="-120"/>
              </a:rPr>
              <a:t>🎯 Practice</a:t>
            </a:r>
            <a:endParaRPr lang="en-US" sz="1275" dirty="0"/>
          </a:p>
        </p:txBody>
      </p:sp>
      <p:sp>
        <p:nvSpPr>
          <p:cNvPr id="13" name="Text 11"/>
          <p:cNvSpPr/>
          <p:nvPr/>
        </p:nvSpPr>
        <p:spPr>
          <a:xfrm>
            <a:off x="4120455" y="5674370"/>
            <a:ext cx="1141705" cy="390525"/>
          </a:xfrm>
          <a:prstGeom prst="rect">
            <a:avLst/>
          </a:prstGeom>
          <a:noFill/>
          <a:ln/>
        </p:spPr>
        <p:txBody>
          <a:bodyPr wrap="square" lIns="171450" tIns="85725" rIns="171450" bIns="85725" rtlCol="0" anchor="t"/>
          <a:lstStyle/>
          <a:p>
            <a:pPr algn="l" indent="0" marL="0">
              <a:buNone/>
            </a:pPr>
            <a:r>
              <a:rPr lang="en-US" sz="1275" b="1" dirty="0">
                <a:solidFill>
                  <a:srgbClr val="E03E66"/>
                </a:solidFill>
                <a:latin typeface="Nunito" pitchFamily="34" charset="0"/>
                <a:ea typeface="Nunito" pitchFamily="34" charset="-122"/>
                <a:cs typeface="Nunito" pitchFamily="34" charset="-120"/>
              </a:rPr>
              <a:t>🎤 Speak</a:t>
            </a:r>
            <a:endParaRPr lang="en-US" sz="1275" dirty="0"/>
          </a:p>
        </p:txBody>
      </p:sp>
      <p:sp>
        <p:nvSpPr>
          <p:cNvPr id="14" name="Text 12"/>
          <p:cNvSpPr/>
          <p:nvPr/>
        </p:nvSpPr>
        <p:spPr>
          <a:xfrm>
            <a:off x="5360194" y="5674370"/>
            <a:ext cx="2067602" cy="390525"/>
          </a:xfrm>
          <a:prstGeom prst="rect">
            <a:avLst/>
          </a:prstGeom>
          <a:noFill/>
          <a:ln/>
        </p:spPr>
        <p:txBody>
          <a:bodyPr wrap="square" lIns="171450" tIns="85725" rIns="171450" bIns="85725" rtlCol="0" anchor="t"/>
          <a:lstStyle/>
          <a:p>
            <a:pPr algn="l" indent="0" marL="0">
              <a:buNone/>
            </a:pPr>
            <a:r>
              <a:rPr lang="en-US" sz="1275" b="1" dirty="0">
                <a:solidFill>
                  <a:srgbClr val="1B86AE"/>
                </a:solidFill>
                <a:latin typeface="Nunito" pitchFamily="34" charset="0"/>
                <a:ea typeface="Nunito" pitchFamily="34" charset="-122"/>
                <a:cs typeface="Nunito" pitchFamily="34" charset="-120"/>
              </a:rPr>
              <a:t>💻 Online classroom</a:t>
            </a:r>
            <a:endParaRPr lang="en-US" sz="1275" dirty="0"/>
          </a:p>
        </p:txBody>
      </p:sp>
      <p:sp>
        <p:nvSpPr>
          <p:cNvPr id="15" name="Text 13"/>
          <p:cNvSpPr/>
          <p:nvPr/>
        </p:nvSpPr>
        <p:spPr>
          <a:xfrm>
            <a:off x="1524000" y="6693545"/>
            <a:ext cx="8101013" cy="228600"/>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7C5CFC"/>
                </a:solidFill>
                <a:latin typeface="Nunito" pitchFamily="34" charset="0"/>
                <a:ea typeface="Nunito" pitchFamily="34" charset="-122"/>
                <a:cs typeface="Nunito" pitchFamily="34" charset="-120"/>
              </a:rPr>
              <a:t>Today we turn real life into useful English! 🚀</a:t>
            </a:r>
            <a:endParaRPr lang="en-US" sz="1350" dirty="0"/>
          </a:p>
        </p:txBody>
      </p:sp>
      <p:sp>
        <p:nvSpPr>
          <p:cNvPr id="16" name="Text 14"/>
          <p:cNvSpPr/>
          <p:nvPr/>
        </p:nvSpPr>
        <p:spPr>
          <a:xfrm>
            <a:off x="10613467" y="1358019"/>
            <a:ext cx="1331094" cy="351012"/>
          </a:xfrm>
          <a:prstGeom prst="rect">
            <a:avLst/>
          </a:prstGeom>
          <a:noFill/>
          <a:ln/>
        </p:spPr>
        <p:txBody>
          <a:bodyPr wrap="square" lIns="0" tIns="0" rIns="0" bIns="0" rtlCol="0" anchor="t"/>
          <a:lstStyle/>
          <a:p>
            <a:pPr algn="ctr" indent="0" marL="0">
              <a:spcBef>
                <a:spcPts val="1650"/>
              </a:spcBef>
              <a:spcAft>
                <a:spcPts val="1650"/>
              </a:spcAft>
              <a:buNone/>
            </a:pPr>
            <a:r>
              <a:rPr lang="en-US" sz="1650" b="1" dirty="0">
                <a:solidFill>
                  <a:srgbClr val="FFFFFF"/>
                </a:solidFill>
                <a:latin typeface="Fredoka" pitchFamily="34" charset="0"/>
                <a:ea typeface="Fredoka" pitchFamily="34" charset="-122"/>
                <a:cs typeface="Fredoka" pitchFamily="34" charset="-120"/>
              </a:rPr>
              <a:t>Lesson 1 ✨</a:t>
            </a:r>
            <a:endParaRPr lang="en-US" sz="1650" dirty="0"/>
          </a:p>
        </p:txBody>
      </p:sp>
      <p:sp>
        <p:nvSpPr>
          <p:cNvPr id="17" name="Text 15"/>
          <p:cNvSpPr/>
          <p:nvPr/>
        </p:nvSpPr>
        <p:spPr>
          <a:xfrm>
            <a:off x="10420391" y="3124200"/>
            <a:ext cx="1717246" cy="1514475"/>
          </a:xfrm>
          <a:prstGeom prst="rect">
            <a:avLst/>
          </a:prstGeom>
          <a:noFill/>
          <a:ln/>
        </p:spPr>
        <p:txBody>
          <a:bodyPr wrap="square" lIns="0" tIns="0" rIns="0" bIns="0" rtlCol="0" anchor="t"/>
          <a:lstStyle/>
          <a:p>
            <a:pPr algn="ctr" indent="0" marL="0">
              <a:spcBef>
                <a:spcPts val="9000"/>
              </a:spcBef>
              <a:spcAft>
                <a:spcPts val="9000"/>
              </a:spcAft>
              <a:buNone/>
            </a:pPr>
            <a:r>
              <a:rPr lang="en-US" sz="9000" dirty="0">
                <a:solidFill>
                  <a:srgbClr val="2B2552"/>
                </a:solidFill>
                <a:latin typeface="Nunito" pitchFamily="34" charset="0"/>
                <a:ea typeface="Nunito" pitchFamily="34" charset="-122"/>
                <a:cs typeface="Nunito" pitchFamily="34" charset="-120"/>
              </a:rPr>
              <a:t>🦊</a:t>
            </a:r>
            <a:endParaRPr lang="en-US" sz="9000" dirty="0"/>
          </a:p>
        </p:txBody>
      </p:sp>
      <p:sp>
        <p:nvSpPr>
          <p:cNvPr id="18" name="Text 16"/>
          <p:cNvSpPr/>
          <p:nvPr/>
        </p:nvSpPr>
        <p:spPr>
          <a:xfrm>
            <a:off x="10420391" y="5781675"/>
            <a:ext cx="1717246" cy="219075"/>
          </a:xfrm>
          <a:prstGeom prst="rect">
            <a:avLst/>
          </a:prstGeom>
          <a:noFill/>
          <a:ln/>
        </p:spPr>
        <p:txBody>
          <a:bodyPr wrap="square" lIns="0" tIns="0" rIns="0" bIns="0" rtlCol="0" anchor="t"/>
          <a:lstStyle/>
          <a:p>
            <a:pPr algn="ctr" indent="0" marL="0">
              <a:spcBef>
                <a:spcPts val="1500"/>
              </a:spcBef>
              <a:spcAft>
                <a:spcPts val="1500"/>
              </a:spcAft>
              <a:buNone/>
            </a:pPr>
            <a:r>
              <a:rPr lang="en-US" sz="1500" b="1" dirty="0">
                <a:solidFill>
                  <a:srgbClr val="2B2552"/>
                </a:solidFill>
                <a:latin typeface="Nunito" pitchFamily="34" charset="0"/>
                <a:ea typeface="Nunito" pitchFamily="34" charset="-122"/>
                <a:cs typeface="Nunito" pitchFamily="34" charset="-120"/>
              </a:rPr>
              <a:t>Your English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95250" y="6191250"/>
            <a:ext cx="1428750" cy="1428750"/>
          </a:xfrm>
          <a:prstGeom prst="roundRect">
            <a:avLst>
              <a:gd name="adj" fmla="val 666000"/>
            </a:avLst>
          </a:prstGeom>
          <a:solidFill>
            <a:srgbClr val="FFC83D"/>
          </a:solidFill>
          <a:ln/>
        </p:spPr>
      </p:sp>
      <p:sp>
        <p:nvSpPr>
          <p:cNvPr id="4" name="Shape 2"/>
          <p:cNvSpPr/>
          <p:nvPr/>
        </p:nvSpPr>
        <p:spPr>
          <a:xfrm>
            <a:off x="1123950" y="2793950"/>
            <a:ext cx="3644801" cy="4502944"/>
          </a:xfrm>
          <a:prstGeom prst="roundRect">
            <a:avLst>
              <a:gd name="adj" fmla="val 6795"/>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1419225" y="5858619"/>
            <a:ext cx="3054251" cy="942975"/>
          </a:xfrm>
          <a:prstGeom prst="roundRect">
            <a:avLst>
              <a:gd name="adj" fmla="val 22222"/>
            </a:avLst>
          </a:prstGeom>
          <a:solidFill>
            <a:srgbClr val="FFFFFF"/>
          </a:solidFill>
          <a:ln w="28575">
            <a:solidFill>
              <a:srgbClr val="7C5CFC"/>
            </a:solidFill>
            <a:prstDash val="solid"/>
          </a:ln>
        </p:spPr>
      </p:sp>
      <p:sp>
        <p:nvSpPr>
          <p:cNvPr id="6" name="Shape 4"/>
          <p:cNvSpPr/>
          <p:nvPr/>
        </p:nvSpPr>
        <p:spPr>
          <a:xfrm>
            <a:off x="5035451" y="2793950"/>
            <a:ext cx="3644950" cy="4502944"/>
          </a:xfrm>
          <a:prstGeom prst="roundRect">
            <a:avLst>
              <a:gd name="adj" fmla="val 6794"/>
            </a:avLst>
          </a:prstGeom>
          <a:solidFill>
            <a:srgbClr val="FFFFFF"/>
          </a:solidFill>
          <a:ln/>
          <a:effectLst>
            <a:outerShdw sx="100000" sy="100000" kx="0" ky="0" algn="bl" rotWithShape="0" blurRad="285750" dist="133350" dir="5400000">
              <a:srgbClr val="4CC9F0">
                <a:alpha val="18000"/>
              </a:srgbClr>
            </a:outerShdw>
          </a:effectLst>
        </p:spPr>
      </p:sp>
      <p:sp>
        <p:nvSpPr>
          <p:cNvPr id="7" name="Shape 5"/>
          <p:cNvSpPr/>
          <p:nvPr/>
        </p:nvSpPr>
        <p:spPr>
          <a:xfrm>
            <a:off x="5330726" y="5858619"/>
            <a:ext cx="3054400" cy="1143000"/>
          </a:xfrm>
          <a:prstGeom prst="roundRect">
            <a:avLst>
              <a:gd name="adj" fmla="val 18333"/>
            </a:avLst>
          </a:prstGeom>
          <a:solidFill>
            <a:srgbClr val="FFFFFF"/>
          </a:solidFill>
          <a:ln w="28575">
            <a:solidFill>
              <a:srgbClr val="4CC9F0"/>
            </a:solidFill>
            <a:prstDash val="solid"/>
          </a:ln>
        </p:spPr>
      </p:sp>
      <p:sp>
        <p:nvSpPr>
          <p:cNvPr id="8" name="Shape 6"/>
          <p:cNvSpPr/>
          <p:nvPr/>
        </p:nvSpPr>
        <p:spPr>
          <a:xfrm>
            <a:off x="8947100" y="2793950"/>
            <a:ext cx="3644801" cy="4502944"/>
          </a:xfrm>
          <a:prstGeom prst="roundRect">
            <a:avLst>
              <a:gd name="adj" fmla="val 6795"/>
            </a:avLst>
          </a:prstGeom>
          <a:solidFill>
            <a:srgbClr val="FFFFFF"/>
          </a:solidFill>
          <a:ln/>
          <a:effectLst>
            <a:outerShdw sx="100000" sy="100000" kx="0" ky="0" algn="bl" rotWithShape="0" blurRad="285750" dist="133350" dir="5400000">
              <a:srgbClr val="FF6F91">
                <a:alpha val="18000"/>
              </a:srgbClr>
            </a:outerShdw>
          </a:effectLst>
        </p:spPr>
      </p:sp>
      <p:sp>
        <p:nvSpPr>
          <p:cNvPr id="9" name="Shape 7"/>
          <p:cNvSpPr/>
          <p:nvPr/>
        </p:nvSpPr>
        <p:spPr>
          <a:xfrm>
            <a:off x="9242375" y="5858619"/>
            <a:ext cx="3054251" cy="1143000"/>
          </a:xfrm>
          <a:prstGeom prst="roundRect">
            <a:avLst>
              <a:gd name="adj" fmla="val 18333"/>
            </a:avLst>
          </a:prstGeom>
          <a:solidFill>
            <a:srgbClr val="FFFFFF"/>
          </a:solidFill>
          <a:ln w="28575">
            <a:solidFill>
              <a:srgbClr val="FF6F91"/>
            </a:solidFill>
            <a:prstDash val="solid"/>
          </a:ln>
        </p:spPr>
      </p:sp>
      <p:sp>
        <p:nvSpPr>
          <p:cNvPr id="10" name="Shape 8"/>
          <p:cNvSpPr/>
          <p:nvPr/>
        </p:nvSpPr>
        <p:spPr>
          <a:xfrm>
            <a:off x="1115930" y="7539799"/>
            <a:ext cx="11484141" cy="1219166"/>
          </a:xfrm>
          <a:prstGeom prst="roundRect">
            <a:avLst>
              <a:gd name="adj" fmla="val 12500"/>
            </a:avLst>
          </a:prstGeom>
          <a:solidFill>
            <a:srgbClr val="FFF4CC"/>
          </a:solidFill>
          <a:ln w="19050">
            <a:solidFill>
              <a:srgbClr val="F2C94C"/>
            </a:solidFill>
            <a:prstDash val="solid"/>
          </a:ln>
        </p:spPr>
      </p:sp>
      <p:sp>
        <p:nvSpPr>
          <p:cNvPr id="11" name="Shape 9"/>
          <p:cNvSpPr/>
          <p:nvPr/>
        </p:nvSpPr>
        <p:spPr>
          <a:xfrm>
            <a:off x="1123950" y="2836813"/>
            <a:ext cx="3644801" cy="0"/>
          </a:xfrm>
          <a:prstGeom prst="line">
            <a:avLst/>
          </a:prstGeom>
          <a:noFill/>
          <a:ln w="85725">
            <a:solidFill>
              <a:srgbClr val="7C5CFC"/>
            </a:solidFill>
            <a:prstDash val="solid"/>
          </a:ln>
        </p:spPr>
      </p:sp>
      <p:sp>
        <p:nvSpPr>
          <p:cNvPr id="12" name="Shape 10"/>
          <p:cNvSpPr/>
          <p:nvPr/>
        </p:nvSpPr>
        <p:spPr>
          <a:xfrm>
            <a:off x="4754463" y="2793950"/>
            <a:ext cx="0" cy="4502944"/>
          </a:xfrm>
          <a:prstGeom prst="line">
            <a:avLst/>
          </a:prstGeom>
          <a:noFill/>
          <a:ln w="28575">
            <a:solidFill>
              <a:srgbClr val="EFE7FF"/>
            </a:solidFill>
            <a:prstDash val="solid"/>
          </a:ln>
        </p:spPr>
      </p:sp>
      <p:sp>
        <p:nvSpPr>
          <p:cNvPr id="13" name="Shape 11"/>
          <p:cNvSpPr/>
          <p:nvPr/>
        </p:nvSpPr>
        <p:spPr>
          <a:xfrm>
            <a:off x="1123950" y="7282607"/>
            <a:ext cx="3644801" cy="0"/>
          </a:xfrm>
          <a:prstGeom prst="line">
            <a:avLst/>
          </a:prstGeom>
          <a:noFill/>
          <a:ln w="28575">
            <a:solidFill>
              <a:srgbClr val="EFE7FF"/>
            </a:solidFill>
            <a:prstDash val="solid"/>
          </a:ln>
        </p:spPr>
      </p:sp>
      <p:sp>
        <p:nvSpPr>
          <p:cNvPr id="14" name="Shape 12"/>
          <p:cNvSpPr/>
          <p:nvPr/>
        </p:nvSpPr>
        <p:spPr>
          <a:xfrm>
            <a:off x="1138238" y="2793950"/>
            <a:ext cx="0" cy="4502944"/>
          </a:xfrm>
          <a:prstGeom prst="line">
            <a:avLst/>
          </a:prstGeom>
          <a:noFill/>
          <a:ln w="28575">
            <a:solidFill>
              <a:srgbClr val="EFE7FF"/>
            </a:solidFill>
            <a:prstDash val="solid"/>
          </a:ln>
        </p:spPr>
      </p:sp>
      <p:sp>
        <p:nvSpPr>
          <p:cNvPr id="15" name="Shape 13"/>
          <p:cNvSpPr/>
          <p:nvPr/>
        </p:nvSpPr>
        <p:spPr>
          <a:xfrm>
            <a:off x="5035451" y="2836813"/>
            <a:ext cx="3644950" cy="0"/>
          </a:xfrm>
          <a:prstGeom prst="line">
            <a:avLst/>
          </a:prstGeom>
          <a:noFill/>
          <a:ln w="85725">
            <a:solidFill>
              <a:srgbClr val="4CC9F0"/>
            </a:solidFill>
            <a:prstDash val="solid"/>
          </a:ln>
        </p:spPr>
      </p:sp>
      <p:sp>
        <p:nvSpPr>
          <p:cNvPr id="16" name="Shape 14"/>
          <p:cNvSpPr/>
          <p:nvPr/>
        </p:nvSpPr>
        <p:spPr>
          <a:xfrm>
            <a:off x="8666113" y="2793950"/>
            <a:ext cx="0" cy="4502944"/>
          </a:xfrm>
          <a:prstGeom prst="line">
            <a:avLst/>
          </a:prstGeom>
          <a:noFill/>
          <a:ln w="28575">
            <a:solidFill>
              <a:srgbClr val="EFE7FF"/>
            </a:solidFill>
            <a:prstDash val="solid"/>
          </a:ln>
        </p:spPr>
      </p:sp>
      <p:sp>
        <p:nvSpPr>
          <p:cNvPr id="17" name="Shape 15"/>
          <p:cNvSpPr/>
          <p:nvPr/>
        </p:nvSpPr>
        <p:spPr>
          <a:xfrm>
            <a:off x="5035451" y="7282607"/>
            <a:ext cx="3644950" cy="0"/>
          </a:xfrm>
          <a:prstGeom prst="line">
            <a:avLst/>
          </a:prstGeom>
          <a:noFill/>
          <a:ln w="28575">
            <a:solidFill>
              <a:srgbClr val="EFE7FF"/>
            </a:solidFill>
            <a:prstDash val="solid"/>
          </a:ln>
        </p:spPr>
      </p:sp>
      <p:sp>
        <p:nvSpPr>
          <p:cNvPr id="18" name="Shape 16"/>
          <p:cNvSpPr/>
          <p:nvPr/>
        </p:nvSpPr>
        <p:spPr>
          <a:xfrm>
            <a:off x="5049738" y="2793950"/>
            <a:ext cx="0" cy="4502944"/>
          </a:xfrm>
          <a:prstGeom prst="line">
            <a:avLst/>
          </a:prstGeom>
          <a:noFill/>
          <a:ln w="28575">
            <a:solidFill>
              <a:srgbClr val="EFE7FF"/>
            </a:solidFill>
            <a:prstDash val="solid"/>
          </a:ln>
        </p:spPr>
      </p:sp>
      <p:sp>
        <p:nvSpPr>
          <p:cNvPr id="19" name="Shape 17"/>
          <p:cNvSpPr/>
          <p:nvPr/>
        </p:nvSpPr>
        <p:spPr>
          <a:xfrm>
            <a:off x="8947100" y="2836813"/>
            <a:ext cx="3644801" cy="0"/>
          </a:xfrm>
          <a:prstGeom prst="line">
            <a:avLst/>
          </a:prstGeom>
          <a:noFill/>
          <a:ln w="85725">
            <a:solidFill>
              <a:srgbClr val="FF6F91"/>
            </a:solidFill>
            <a:prstDash val="solid"/>
          </a:ln>
        </p:spPr>
      </p:sp>
      <p:sp>
        <p:nvSpPr>
          <p:cNvPr id="20" name="Shape 18"/>
          <p:cNvSpPr/>
          <p:nvPr/>
        </p:nvSpPr>
        <p:spPr>
          <a:xfrm>
            <a:off x="12577614" y="2793950"/>
            <a:ext cx="0" cy="4502944"/>
          </a:xfrm>
          <a:prstGeom prst="line">
            <a:avLst/>
          </a:prstGeom>
          <a:noFill/>
          <a:ln w="28575">
            <a:solidFill>
              <a:srgbClr val="EFE7FF"/>
            </a:solidFill>
            <a:prstDash val="solid"/>
          </a:ln>
        </p:spPr>
      </p:sp>
      <p:sp>
        <p:nvSpPr>
          <p:cNvPr id="21" name="Shape 19"/>
          <p:cNvSpPr/>
          <p:nvPr/>
        </p:nvSpPr>
        <p:spPr>
          <a:xfrm>
            <a:off x="8947100" y="7282607"/>
            <a:ext cx="3644801" cy="0"/>
          </a:xfrm>
          <a:prstGeom prst="line">
            <a:avLst/>
          </a:prstGeom>
          <a:noFill/>
          <a:ln w="28575">
            <a:solidFill>
              <a:srgbClr val="EFE7FF"/>
            </a:solidFill>
            <a:prstDash val="solid"/>
          </a:ln>
        </p:spPr>
      </p:sp>
      <p:sp>
        <p:nvSpPr>
          <p:cNvPr id="22" name="Shape 20"/>
          <p:cNvSpPr/>
          <p:nvPr/>
        </p:nvSpPr>
        <p:spPr>
          <a:xfrm>
            <a:off x="8961388" y="2793950"/>
            <a:ext cx="0" cy="4502944"/>
          </a:xfrm>
          <a:prstGeom prst="line">
            <a:avLst/>
          </a:prstGeom>
          <a:noFill/>
          <a:ln w="28575">
            <a:solidFill>
              <a:srgbClr val="EFE7FF"/>
            </a:solidFill>
            <a:prstDash val="solid"/>
          </a:ln>
        </p:spPr>
      </p:sp>
      <p:sp>
        <p:nvSpPr>
          <p:cNvPr id="23" name="Text 21"/>
          <p:cNvSpPr/>
          <p:nvPr/>
        </p:nvSpPr>
        <p:spPr>
          <a:xfrm>
            <a:off x="1123950" y="1123950"/>
            <a:ext cx="2162302" cy="295275"/>
          </a:xfrm>
          <a:prstGeom prst="rect">
            <a:avLst/>
          </a:prstGeom>
          <a:noFill/>
          <a:ln/>
        </p:spPr>
        <p:txBody>
          <a:bodyPr wrap="square" lIns="171450" tIns="66675" rIns="171450" bIns="66675" rtlCol="0" anchor="t"/>
          <a:lstStyle/>
          <a:p>
            <a:pPr algn="l" indent="0" marL="0">
              <a:buNone/>
            </a:pPr>
            <a:r>
              <a:rPr lang="en-US" sz="1125" b="1" dirty="0">
                <a:solidFill>
                  <a:srgbClr val="0E8C6E"/>
                </a:solidFill>
                <a:latin typeface="Fredoka" pitchFamily="34" charset="0"/>
                <a:ea typeface="Fredoka" pitchFamily="34" charset="-122"/>
                <a:cs typeface="Fredoka" pitchFamily="34" charset="-120"/>
              </a:rPr>
              <a:t>CHECK-IN · 5–10 MIN</a:t>
            </a:r>
            <a:endParaRPr lang="en-US" sz="1125" dirty="0"/>
          </a:p>
        </p:txBody>
      </p:sp>
      <p:sp>
        <p:nvSpPr>
          <p:cNvPr id="24" name="Text 22"/>
          <p:cNvSpPr/>
          <p:nvPr/>
        </p:nvSpPr>
        <p:spPr>
          <a:xfrm>
            <a:off x="1123950" y="1533525"/>
            <a:ext cx="3931898" cy="534888"/>
          </a:xfrm>
          <a:prstGeom prst="rect">
            <a:avLst/>
          </a:prstGeom>
          <a:noFill/>
          <a:ln/>
        </p:spPr>
        <p:txBody>
          <a:bodyPr wrap="square" lIns="0" tIns="0" rIns="0" bIns="0" rtlCol="0" anchor="t"/>
          <a:lstStyle/>
          <a:p>
            <a:pPr algn="l" indent="0" marL="0">
              <a:lnSpc>
                <a:spcPts val="4212"/>
              </a:lnSpc>
              <a:spcBef>
                <a:spcPts val="900"/>
              </a:spcBef>
              <a:spcAft>
                <a:spcPts val="2714"/>
              </a:spcAft>
              <a:buNone/>
            </a:pPr>
            <a:r>
              <a:rPr lang="en-US" sz="4050" b="1" dirty="0">
                <a:solidFill>
                  <a:srgbClr val="2B2552"/>
                </a:solidFill>
                <a:latin typeface="Fredoka" pitchFamily="34" charset="0"/>
                <a:ea typeface="Fredoka" pitchFamily="34" charset="-122"/>
                <a:cs typeface="Fredoka" pitchFamily="34" charset="-120"/>
              </a:rPr>
              <a:t>Check-in Circle</a:t>
            </a:r>
            <a:endParaRPr lang="en-US" sz="4050" dirty="0"/>
          </a:p>
        </p:txBody>
      </p:sp>
      <p:sp>
        <p:nvSpPr>
          <p:cNvPr id="25" name="Text 23"/>
          <p:cNvSpPr/>
          <p:nvPr/>
        </p:nvSpPr>
        <p:spPr>
          <a:xfrm rot="21420000">
            <a:off x="11288688" y="1573113"/>
            <a:ext cx="1370171" cy="390525"/>
          </a:xfrm>
          <a:prstGeom prst="rect">
            <a:avLst/>
          </a:prstGeom>
          <a:noFill/>
          <a:ln/>
        </p:spPr>
        <p:txBody>
          <a:bodyPr wrap="square" lIns="190500" tIns="95250" rIns="190500" bIns="95250" rtlCol="0" anchor="t"/>
          <a:lstStyle/>
          <a:p>
            <a:pPr algn="l" indent="0" marL="0">
              <a:buNone/>
            </a:pPr>
            <a:r>
              <a:rPr lang="en-US" sz="1200" b="1" dirty="0">
                <a:solidFill>
                  <a:srgbClr val="2B2552"/>
                </a:solidFill>
                <a:latin typeface="Fredoka" pitchFamily="34" charset="0"/>
                <a:ea typeface="Fredoka" pitchFamily="34" charset="-122"/>
                <a:cs typeface="Fredoka" pitchFamily="34" charset="-120"/>
              </a:rPr>
              <a:t>Say hello 👋</a:t>
            </a:r>
            <a:endParaRPr lang="en-US" sz="1200" dirty="0"/>
          </a:p>
        </p:txBody>
      </p:sp>
      <p:sp>
        <p:nvSpPr>
          <p:cNvPr id="26" name="Text 24"/>
          <p:cNvSpPr/>
          <p:nvPr/>
        </p:nvSpPr>
        <p:spPr>
          <a:xfrm>
            <a:off x="1419225" y="3565475"/>
            <a:ext cx="3206963" cy="552450"/>
          </a:xfrm>
          <a:prstGeom prst="rect">
            <a:avLst/>
          </a:prstGeom>
          <a:noFill/>
          <a:ln/>
        </p:spPr>
        <p:txBody>
          <a:bodyPr wrap="square" lIns="0" tIns="0" rIns="0" bIns="0" rtlCol="0" anchor="t"/>
          <a:lstStyle/>
          <a:p>
            <a:pPr algn="l" indent="0" marL="0">
              <a:spcBef>
                <a:spcPts val="3300"/>
              </a:spcBef>
              <a:spcAft>
                <a:spcPts val="3300"/>
              </a:spcAft>
              <a:buNone/>
            </a:pPr>
            <a:r>
              <a:rPr lang="en-US" sz="3300" dirty="0">
                <a:solidFill>
                  <a:srgbClr val="2B2552"/>
                </a:solidFill>
                <a:latin typeface="Nunito" pitchFamily="34" charset="0"/>
                <a:ea typeface="Nunito" pitchFamily="34" charset="-122"/>
                <a:cs typeface="Nunito" pitchFamily="34" charset="-120"/>
              </a:rPr>
              <a:t>🙂</a:t>
            </a:r>
            <a:endParaRPr lang="en-US" sz="3300" dirty="0"/>
          </a:p>
        </p:txBody>
      </p:sp>
      <p:sp>
        <p:nvSpPr>
          <p:cNvPr id="27" name="Text 25"/>
          <p:cNvSpPr/>
          <p:nvPr/>
        </p:nvSpPr>
        <p:spPr>
          <a:xfrm>
            <a:off x="1419225" y="4537025"/>
            <a:ext cx="3206963" cy="295275"/>
          </a:xfrm>
          <a:prstGeom prst="rect">
            <a:avLst/>
          </a:prstGeom>
          <a:noFill/>
          <a:ln/>
        </p:spPr>
        <p:txBody>
          <a:bodyPr wrap="square" lIns="0" tIns="0" rIns="0" bIns="0" rtlCol="0" anchor="t"/>
          <a:lstStyle/>
          <a:p>
            <a:pPr algn="l" indent="0" marL="0">
              <a:spcBef>
                <a:spcPts val="900"/>
              </a:spcBef>
              <a:spcAft>
                <a:spcPts val="1950"/>
              </a:spcAft>
              <a:buNone/>
            </a:pPr>
            <a:r>
              <a:rPr lang="en-US" sz="1950" b="1" dirty="0">
                <a:solidFill>
                  <a:srgbClr val="2B2552"/>
                </a:solidFill>
                <a:latin typeface="Fredoka" pitchFamily="34" charset="0"/>
                <a:ea typeface="Fredoka" pitchFamily="34" charset="-122"/>
                <a:cs typeface="Fredoka" pitchFamily="34" charset="-120"/>
              </a:rPr>
              <a:t>Mood meter</a:t>
            </a:r>
            <a:endParaRPr lang="en-US" sz="1950" dirty="0"/>
          </a:p>
        </p:txBody>
      </p:sp>
      <p:sp>
        <p:nvSpPr>
          <p:cNvPr id="28" name="Text 26"/>
          <p:cNvSpPr/>
          <p:nvPr/>
        </p:nvSpPr>
        <p:spPr>
          <a:xfrm>
            <a:off x="1419225" y="5079950"/>
            <a:ext cx="3206963" cy="588169"/>
          </a:xfrm>
          <a:prstGeom prst="rect">
            <a:avLst/>
          </a:prstGeom>
          <a:noFill/>
          <a:ln/>
        </p:spPr>
        <p:txBody>
          <a:bodyPr wrap="square" lIns="0" tIns="0" rIns="0" bIns="0" rtlCol="0" anchor="t"/>
          <a:lstStyle/>
          <a:p>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Pick one word: </a:t>
            </a:r>
            <a:pPr algn="l" indent="0" marL="0">
              <a:lnSpc>
                <a:spcPts val="2316"/>
              </a:lnSpc>
              <a:spcBef>
                <a:spcPts val="900"/>
              </a:spcBef>
              <a:spcAft>
                <a:spcPts val="1425"/>
              </a:spcAft>
              <a:buNone/>
            </a:pPr>
            <a:r>
              <a:rPr lang="en-US" sz="1425" b="1" dirty="0">
                <a:solidFill>
                  <a:srgbClr val="5B5478"/>
                </a:solidFill>
                <a:latin typeface="Nunito" pitchFamily="34" charset="0"/>
                <a:ea typeface="Nunito" pitchFamily="34" charset="-122"/>
                <a:cs typeface="Nunito" pitchFamily="34" charset="-120"/>
              </a:rPr>
              <a:t>excited</a:t>
            </a:r>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 </a:t>
            </a:r>
            <a:pPr algn="l" indent="0" marL="0">
              <a:lnSpc>
                <a:spcPts val="2316"/>
              </a:lnSpc>
              <a:spcBef>
                <a:spcPts val="900"/>
              </a:spcBef>
              <a:spcAft>
                <a:spcPts val="1425"/>
              </a:spcAft>
              <a:buNone/>
            </a:pPr>
            <a:r>
              <a:rPr lang="en-US" sz="1425" b="1" dirty="0">
                <a:solidFill>
                  <a:srgbClr val="5B5478"/>
                </a:solidFill>
                <a:latin typeface="Nunito" pitchFamily="34" charset="0"/>
                <a:ea typeface="Nunito" pitchFamily="34" charset="-122"/>
                <a:cs typeface="Nunito" pitchFamily="34" charset="-120"/>
              </a:rPr>
              <a:t>tired</a:t>
            </a:r>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 </a:t>
            </a:r>
            <a:pPr algn="l" indent="0" marL="0">
              <a:lnSpc>
                <a:spcPts val="2316"/>
              </a:lnSpc>
              <a:spcBef>
                <a:spcPts val="900"/>
              </a:spcBef>
              <a:spcAft>
                <a:spcPts val="1425"/>
              </a:spcAft>
              <a:buNone/>
            </a:pPr>
            <a:r>
              <a:rPr lang="en-US" sz="1425" b="1" dirty="0">
                <a:solidFill>
                  <a:srgbClr val="5B5478"/>
                </a:solidFill>
                <a:latin typeface="Nunito" pitchFamily="34" charset="0"/>
                <a:ea typeface="Nunito" pitchFamily="34" charset="-122"/>
                <a:cs typeface="Nunito" pitchFamily="34" charset="-120"/>
              </a:rPr>
              <a:t>calm</a:t>
            </a:r>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 </a:t>
            </a:r>
            <a:pPr algn="l" indent="0" marL="0">
              <a:lnSpc>
                <a:spcPts val="2316"/>
              </a:lnSpc>
              <a:spcBef>
                <a:spcPts val="900"/>
              </a:spcBef>
              <a:spcAft>
                <a:spcPts val="1425"/>
              </a:spcAft>
              <a:buNone/>
            </a:pPr>
            <a:r>
              <a:rPr lang="en-US" sz="1425" b="1" dirty="0">
                <a:solidFill>
                  <a:srgbClr val="5B5478"/>
                </a:solidFill>
                <a:latin typeface="Nunito" pitchFamily="34" charset="0"/>
                <a:ea typeface="Nunito" pitchFamily="34" charset="-122"/>
                <a:cs typeface="Nunito" pitchFamily="34" charset="-120"/>
              </a:rPr>
              <a:t>curious</a:t>
            </a:r>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 or something else!</a:t>
            </a:r>
            <a:endParaRPr lang="en-US" sz="1425" dirty="0"/>
          </a:p>
        </p:txBody>
      </p:sp>
      <p:sp>
        <p:nvSpPr>
          <p:cNvPr id="29" name="Text 27"/>
          <p:cNvSpPr/>
          <p:nvPr/>
        </p:nvSpPr>
        <p:spPr>
          <a:xfrm>
            <a:off x="1657350" y="6230094"/>
            <a:ext cx="2706901"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“Today I feel ___ because ___.”</a:t>
            </a:r>
            <a:endParaRPr lang="en-US" sz="1350" dirty="0"/>
          </a:p>
        </p:txBody>
      </p:sp>
      <p:sp>
        <p:nvSpPr>
          <p:cNvPr id="30" name="Text 28"/>
          <p:cNvSpPr/>
          <p:nvPr/>
        </p:nvSpPr>
        <p:spPr>
          <a:xfrm>
            <a:off x="5330726" y="3565475"/>
            <a:ext cx="3207120" cy="552450"/>
          </a:xfrm>
          <a:prstGeom prst="rect">
            <a:avLst/>
          </a:prstGeom>
          <a:noFill/>
          <a:ln/>
        </p:spPr>
        <p:txBody>
          <a:bodyPr wrap="square" lIns="0" tIns="0" rIns="0" bIns="0" rtlCol="0" anchor="t"/>
          <a:lstStyle/>
          <a:p>
            <a:pPr algn="l" indent="0" marL="0">
              <a:spcBef>
                <a:spcPts val="3300"/>
              </a:spcBef>
              <a:spcAft>
                <a:spcPts val="3300"/>
              </a:spcAft>
              <a:buNone/>
            </a:pPr>
            <a:r>
              <a:rPr lang="en-US" sz="3300" dirty="0">
                <a:solidFill>
                  <a:srgbClr val="2B2552"/>
                </a:solidFill>
                <a:latin typeface="Nunito" pitchFamily="34" charset="0"/>
                <a:ea typeface="Nunito" pitchFamily="34" charset="-122"/>
                <a:cs typeface="Nunito" pitchFamily="34" charset="-120"/>
              </a:rPr>
              <a:t>🌍</a:t>
            </a:r>
            <a:endParaRPr lang="en-US" sz="3300" dirty="0"/>
          </a:p>
        </p:txBody>
      </p:sp>
      <p:sp>
        <p:nvSpPr>
          <p:cNvPr id="31" name="Text 29"/>
          <p:cNvSpPr/>
          <p:nvPr/>
        </p:nvSpPr>
        <p:spPr>
          <a:xfrm>
            <a:off x="5330726" y="4537025"/>
            <a:ext cx="3207120" cy="295275"/>
          </a:xfrm>
          <a:prstGeom prst="rect">
            <a:avLst/>
          </a:prstGeom>
          <a:noFill/>
          <a:ln/>
        </p:spPr>
        <p:txBody>
          <a:bodyPr wrap="square" lIns="0" tIns="0" rIns="0" bIns="0" rtlCol="0" anchor="t"/>
          <a:lstStyle/>
          <a:p>
            <a:pPr algn="l" indent="0" marL="0">
              <a:spcBef>
                <a:spcPts val="900"/>
              </a:spcBef>
              <a:spcAft>
                <a:spcPts val="1950"/>
              </a:spcAft>
              <a:buNone/>
            </a:pPr>
            <a:r>
              <a:rPr lang="en-US" sz="1950" b="1" dirty="0">
                <a:solidFill>
                  <a:srgbClr val="2B2552"/>
                </a:solidFill>
                <a:latin typeface="Fredoka" pitchFamily="34" charset="0"/>
                <a:ea typeface="Fredoka" pitchFamily="34" charset="-122"/>
                <a:cs typeface="Fredoka" pitchFamily="34" charset="-120"/>
              </a:rPr>
              <a:t>Meet the room</a:t>
            </a:r>
            <a:endParaRPr lang="en-US" sz="1950" dirty="0"/>
          </a:p>
        </p:txBody>
      </p:sp>
      <p:sp>
        <p:nvSpPr>
          <p:cNvPr id="32" name="Text 30"/>
          <p:cNvSpPr/>
          <p:nvPr/>
        </p:nvSpPr>
        <p:spPr>
          <a:xfrm>
            <a:off x="5330726" y="5079950"/>
            <a:ext cx="3207120" cy="588169"/>
          </a:xfrm>
          <a:prstGeom prst="rect">
            <a:avLst/>
          </a:prstGeom>
          <a:noFill/>
          <a:ln/>
        </p:spPr>
        <p:txBody>
          <a:bodyPr wrap="square" lIns="0" tIns="0" rIns="0" bIns="0" rtlCol="0" anchor="t"/>
          <a:lstStyle/>
          <a:p>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Say your name, your city, and one thing you can see from your window.</a:t>
            </a:r>
            <a:endParaRPr lang="en-US" sz="1425" dirty="0"/>
          </a:p>
        </p:txBody>
      </p:sp>
      <p:sp>
        <p:nvSpPr>
          <p:cNvPr id="33" name="Text 31"/>
          <p:cNvSpPr/>
          <p:nvPr/>
        </p:nvSpPr>
        <p:spPr>
          <a:xfrm>
            <a:off x="5568851" y="6230094"/>
            <a:ext cx="2707057" cy="400050"/>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“I’m … / I live in … / I can see …”</a:t>
            </a:r>
            <a:endParaRPr lang="en-US" sz="1350" dirty="0"/>
          </a:p>
        </p:txBody>
      </p:sp>
      <p:sp>
        <p:nvSpPr>
          <p:cNvPr id="34" name="Text 32"/>
          <p:cNvSpPr/>
          <p:nvPr/>
        </p:nvSpPr>
        <p:spPr>
          <a:xfrm>
            <a:off x="9242375" y="3565475"/>
            <a:ext cx="3206963" cy="552450"/>
          </a:xfrm>
          <a:prstGeom prst="rect">
            <a:avLst/>
          </a:prstGeom>
          <a:noFill/>
          <a:ln/>
        </p:spPr>
        <p:txBody>
          <a:bodyPr wrap="square" lIns="0" tIns="0" rIns="0" bIns="0" rtlCol="0" anchor="t"/>
          <a:lstStyle/>
          <a:p>
            <a:pPr algn="l" indent="0" marL="0">
              <a:spcBef>
                <a:spcPts val="3300"/>
              </a:spcBef>
              <a:spcAft>
                <a:spcPts val="3300"/>
              </a:spcAft>
              <a:buNone/>
            </a:pPr>
            <a:r>
              <a:rPr lang="en-US" sz="3300" dirty="0">
                <a:solidFill>
                  <a:srgbClr val="2B2552"/>
                </a:solidFill>
                <a:latin typeface="Nunito" pitchFamily="34" charset="0"/>
                <a:ea typeface="Nunito" pitchFamily="34" charset="-122"/>
                <a:cs typeface="Nunito" pitchFamily="34" charset="-120"/>
              </a:rPr>
              <a:t>☀️❄️</a:t>
            </a:r>
            <a:endParaRPr lang="en-US" sz="3300" dirty="0"/>
          </a:p>
        </p:txBody>
      </p:sp>
      <p:sp>
        <p:nvSpPr>
          <p:cNvPr id="35" name="Text 33"/>
          <p:cNvSpPr/>
          <p:nvPr/>
        </p:nvSpPr>
        <p:spPr>
          <a:xfrm>
            <a:off x="9242375" y="4537025"/>
            <a:ext cx="3206963" cy="295275"/>
          </a:xfrm>
          <a:prstGeom prst="rect">
            <a:avLst/>
          </a:prstGeom>
          <a:noFill/>
          <a:ln/>
        </p:spPr>
        <p:txBody>
          <a:bodyPr wrap="square" lIns="0" tIns="0" rIns="0" bIns="0" rtlCol="0" anchor="t"/>
          <a:lstStyle/>
          <a:p>
            <a:pPr algn="l" indent="0" marL="0">
              <a:spcBef>
                <a:spcPts val="900"/>
              </a:spcBef>
              <a:spcAft>
                <a:spcPts val="1950"/>
              </a:spcAft>
              <a:buNone/>
            </a:pPr>
            <a:r>
              <a:rPr lang="en-US" sz="1950" b="1" dirty="0">
                <a:solidFill>
                  <a:srgbClr val="2B2552"/>
                </a:solidFill>
                <a:latin typeface="Fredoka" pitchFamily="34" charset="0"/>
                <a:ea typeface="Fredoka" pitchFamily="34" charset="-122"/>
                <a:cs typeface="Fredoka" pitchFamily="34" charset="-120"/>
              </a:rPr>
              <a:t>Seasonal spark</a:t>
            </a:r>
            <a:endParaRPr lang="en-US" sz="1950" dirty="0"/>
          </a:p>
        </p:txBody>
      </p:sp>
      <p:sp>
        <p:nvSpPr>
          <p:cNvPr id="36" name="Text 34"/>
          <p:cNvSpPr/>
          <p:nvPr/>
        </p:nvSpPr>
        <p:spPr>
          <a:xfrm>
            <a:off x="9242375" y="5079950"/>
            <a:ext cx="3206963" cy="588169"/>
          </a:xfrm>
          <a:prstGeom prst="rect">
            <a:avLst/>
          </a:prstGeom>
          <a:noFill/>
          <a:ln/>
        </p:spPr>
        <p:txBody>
          <a:bodyPr wrap="square" lIns="0" tIns="0" rIns="0" bIns="0" rtlCol="0" anchor="t"/>
          <a:lstStyle/>
          <a:p>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What have you done recently? What are you doing now?</a:t>
            </a:r>
            <a:endParaRPr lang="en-US" sz="1425" dirty="0"/>
          </a:p>
        </p:txBody>
      </p:sp>
      <p:sp>
        <p:nvSpPr>
          <p:cNvPr id="37" name="Text 35"/>
          <p:cNvSpPr/>
          <p:nvPr/>
        </p:nvSpPr>
        <p:spPr>
          <a:xfrm>
            <a:off x="9480500" y="6230094"/>
            <a:ext cx="2706901" cy="400050"/>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Use one past + one present sentence.</a:t>
            </a:r>
            <a:endParaRPr lang="en-US" sz="1350" dirty="0"/>
          </a:p>
        </p:txBody>
      </p:sp>
      <p:sp>
        <p:nvSpPr>
          <p:cNvPr id="38" name="Text 36"/>
          <p:cNvSpPr/>
          <p:nvPr/>
        </p:nvSpPr>
        <p:spPr>
          <a:xfrm>
            <a:off x="1348485" y="7943183"/>
            <a:ext cx="1286177" cy="164191"/>
          </a:xfrm>
          <a:prstGeom prst="rect">
            <a:avLst/>
          </a:prstGeom>
          <a:noFill/>
          <a:ln/>
        </p:spPr>
        <p:txBody>
          <a:bodyPr wrap="square" lIns="0" tIns="0" rIns="0" bIns="0" rtlCol="0" anchor="t"/>
          <a:lstStyle/>
          <a:p>
            <a:pPr algn="l" indent="0" marL="0">
              <a:buNone/>
            </a:pPr>
            <a:r>
              <a:rPr lang="en-US" sz="975" b="1" dirty="0">
                <a:solidFill>
                  <a:srgbClr val="B58400"/>
                </a:solidFill>
                <a:latin typeface="Fredoka" pitchFamily="34" charset="0"/>
                <a:ea typeface="Fredoka" pitchFamily="34" charset="-122"/>
                <a:cs typeface="Fredoka" pitchFamily="34" charset="-120"/>
              </a:rPr>
              <a:t>💡 TEACHER CUE</a:t>
            </a:r>
            <a:endParaRPr lang="en-US" sz="975" dirty="0"/>
          </a:p>
        </p:txBody>
      </p:sp>
      <p:sp>
        <p:nvSpPr>
          <p:cNvPr id="39" name="Text 37"/>
          <p:cNvSpPr/>
          <p:nvPr/>
        </p:nvSpPr>
        <p:spPr>
          <a:xfrm>
            <a:off x="1351976" y="7972348"/>
            <a:ext cx="11563873" cy="420732"/>
          </a:xfrm>
          <a:prstGeom prst="rect">
            <a:avLst/>
          </a:prstGeom>
          <a:noFill/>
          <a:ln/>
        </p:spPr>
        <p:txBody>
          <a:bodyPr wrap="square" lIns="0" tIns="0" rIns="0" bIns="0" rtlCol="0" anchor="t"/>
          <a:lstStyle/>
          <a:p>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Invite 3–4 quick shares. Model a natural answer first, then praise complete sentences. </a:t>
            </a:r>
            <a:pPr algn="l" indent="0" marL="0">
              <a:spcBef>
                <a:spcPts val="300"/>
              </a:spcBef>
              <a:spcAft>
                <a:spcPts val="1350"/>
              </a:spcAft>
              <a:buNone/>
            </a:pPr>
            <a:r>
              <a:rPr lang="en-US" sz="1350" b="1" dirty="0">
                <a:solidFill>
                  <a:srgbClr val="2B2552"/>
                </a:solidFill>
                <a:latin typeface="Nunito" pitchFamily="34" charset="0"/>
                <a:ea typeface="Nunito" pitchFamily="34" charset="-122"/>
                <a:cs typeface="Nunito" pitchFamily="34" charset="-120"/>
              </a:rPr>
              <a:t>💬 Ask them to type in the chat too!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2001500" y="0"/>
            <a:ext cx="1714500" cy="1714500"/>
          </a:xfrm>
          <a:prstGeom prst="roundRect">
            <a:avLst>
              <a:gd name="adj" fmla="val 555000"/>
            </a:avLst>
          </a:prstGeom>
          <a:solidFill>
            <a:srgbClr val="FFC83D"/>
          </a:solidFill>
          <a:ln/>
        </p:spPr>
      </p:sp>
      <p:sp>
        <p:nvSpPr>
          <p:cNvPr id="4" name="Shape 2"/>
          <p:cNvSpPr/>
          <p:nvPr/>
        </p:nvSpPr>
        <p:spPr>
          <a:xfrm>
            <a:off x="1047750" y="2679650"/>
            <a:ext cx="2762250" cy="2362200"/>
          </a:xfrm>
          <a:prstGeom prst="roundRect">
            <a:avLst>
              <a:gd name="adj" fmla="val 10484"/>
            </a:avLst>
          </a:prstGeom>
          <a:solidFill>
            <a:srgbClr val="FFFFFF"/>
          </a:solidFill>
          <a:ln/>
          <a:effectLst>
            <a:outerShdw sx="100000" sy="100000" kx="0" ky="0" algn="bl" rotWithShape="0" blurRad="285750" dist="133350" dir="5400000">
              <a:srgbClr val="4CC9F0">
                <a:alpha val="18000"/>
              </a:srgbClr>
            </a:outerShdw>
          </a:effectLst>
        </p:spPr>
      </p:sp>
      <p:sp>
        <p:nvSpPr>
          <p:cNvPr id="5" name="Shape 3"/>
          <p:cNvSpPr/>
          <p:nvPr/>
        </p:nvSpPr>
        <p:spPr>
          <a:xfrm>
            <a:off x="1343025" y="3032075"/>
            <a:ext cx="533400" cy="533400"/>
          </a:xfrm>
          <a:prstGeom prst="roundRect">
            <a:avLst>
              <a:gd name="adj" fmla="val 28571"/>
            </a:avLst>
          </a:prstGeom>
          <a:solidFill>
            <a:srgbClr val="E6F8FF"/>
          </a:solidFill>
          <a:ln/>
        </p:spPr>
      </p:sp>
      <p:sp>
        <p:nvSpPr>
          <p:cNvPr id="6" name="Shape 4"/>
          <p:cNvSpPr/>
          <p:nvPr/>
        </p:nvSpPr>
        <p:spPr>
          <a:xfrm>
            <a:off x="4000500" y="2679650"/>
            <a:ext cx="2762250" cy="2362200"/>
          </a:xfrm>
          <a:prstGeom prst="roundRect">
            <a:avLst>
              <a:gd name="adj" fmla="val 10484"/>
            </a:avLst>
          </a:prstGeom>
          <a:solidFill>
            <a:srgbClr val="FFFFFF"/>
          </a:solidFill>
          <a:ln/>
          <a:effectLst>
            <a:outerShdw sx="100000" sy="100000" kx="0" ky="0" algn="bl" rotWithShape="0" blurRad="285750" dist="133350" dir="5400000">
              <a:srgbClr val="7C5CFC">
                <a:alpha val="18000"/>
              </a:srgbClr>
            </a:outerShdw>
          </a:effectLst>
        </p:spPr>
      </p:sp>
      <p:sp>
        <p:nvSpPr>
          <p:cNvPr id="7" name="Shape 5"/>
          <p:cNvSpPr/>
          <p:nvPr/>
        </p:nvSpPr>
        <p:spPr>
          <a:xfrm>
            <a:off x="4295775" y="3032075"/>
            <a:ext cx="533400" cy="533400"/>
          </a:xfrm>
          <a:prstGeom prst="roundRect">
            <a:avLst>
              <a:gd name="adj" fmla="val 28571"/>
            </a:avLst>
          </a:prstGeom>
          <a:solidFill>
            <a:srgbClr val="F1ECFF"/>
          </a:solidFill>
          <a:ln/>
        </p:spPr>
      </p:sp>
      <p:sp>
        <p:nvSpPr>
          <p:cNvPr id="8" name="Shape 6"/>
          <p:cNvSpPr/>
          <p:nvPr/>
        </p:nvSpPr>
        <p:spPr>
          <a:xfrm>
            <a:off x="6953250" y="2679650"/>
            <a:ext cx="2762250" cy="2362200"/>
          </a:xfrm>
          <a:prstGeom prst="roundRect">
            <a:avLst>
              <a:gd name="adj" fmla="val 10484"/>
            </a:avLst>
          </a:prstGeom>
          <a:solidFill>
            <a:srgbClr val="FFFFFF"/>
          </a:solidFill>
          <a:ln/>
          <a:effectLst>
            <a:outerShdw sx="100000" sy="100000" kx="0" ky="0" algn="bl" rotWithShape="0" blurRad="285750" dist="133350" dir="5400000">
              <a:srgbClr val="FFC83D">
                <a:alpha val="20000"/>
              </a:srgbClr>
            </a:outerShdw>
          </a:effectLst>
        </p:spPr>
      </p:sp>
      <p:sp>
        <p:nvSpPr>
          <p:cNvPr id="9" name="Shape 7"/>
          <p:cNvSpPr/>
          <p:nvPr/>
        </p:nvSpPr>
        <p:spPr>
          <a:xfrm>
            <a:off x="7248525" y="3032075"/>
            <a:ext cx="533400" cy="533400"/>
          </a:xfrm>
          <a:prstGeom prst="roundRect">
            <a:avLst>
              <a:gd name="adj" fmla="val 28571"/>
            </a:avLst>
          </a:prstGeom>
          <a:solidFill>
            <a:srgbClr val="FFF6DD"/>
          </a:solidFill>
          <a:ln/>
        </p:spPr>
      </p:sp>
      <p:sp>
        <p:nvSpPr>
          <p:cNvPr id="10" name="Shape 8"/>
          <p:cNvSpPr/>
          <p:nvPr/>
        </p:nvSpPr>
        <p:spPr>
          <a:xfrm>
            <a:off x="9906000" y="2679650"/>
            <a:ext cx="2762250" cy="2362200"/>
          </a:xfrm>
          <a:prstGeom prst="roundRect">
            <a:avLst>
              <a:gd name="adj" fmla="val 10484"/>
            </a:avLst>
          </a:prstGeom>
          <a:solidFill>
            <a:srgbClr val="FFFFFF"/>
          </a:solidFill>
          <a:ln/>
          <a:effectLst>
            <a:outerShdw sx="100000" sy="100000" kx="0" ky="0" algn="bl" rotWithShape="0" blurRad="285750" dist="133350" dir="5400000">
              <a:srgbClr val="4CC9F0">
                <a:alpha val="18000"/>
              </a:srgbClr>
            </a:outerShdw>
          </a:effectLst>
        </p:spPr>
      </p:sp>
      <p:sp>
        <p:nvSpPr>
          <p:cNvPr id="11" name="Shape 9"/>
          <p:cNvSpPr/>
          <p:nvPr/>
        </p:nvSpPr>
        <p:spPr>
          <a:xfrm>
            <a:off x="10201275" y="3032075"/>
            <a:ext cx="533400" cy="533400"/>
          </a:xfrm>
          <a:prstGeom prst="roundRect">
            <a:avLst>
              <a:gd name="adj" fmla="val 28571"/>
            </a:avLst>
          </a:prstGeom>
          <a:solidFill>
            <a:srgbClr val="E6F8FF"/>
          </a:solidFill>
          <a:ln/>
        </p:spPr>
      </p:sp>
      <p:sp>
        <p:nvSpPr>
          <p:cNvPr id="12" name="Shape 10"/>
          <p:cNvSpPr/>
          <p:nvPr/>
        </p:nvSpPr>
        <p:spPr>
          <a:xfrm>
            <a:off x="1047750" y="5232350"/>
            <a:ext cx="2762250" cy="2362200"/>
          </a:xfrm>
          <a:prstGeom prst="roundRect">
            <a:avLst>
              <a:gd name="adj" fmla="val 10484"/>
            </a:avLst>
          </a:prstGeom>
          <a:solidFill>
            <a:srgbClr val="FFFFFF"/>
          </a:solidFill>
          <a:ln/>
          <a:effectLst>
            <a:outerShdw sx="100000" sy="100000" kx="0" ky="0" algn="bl" rotWithShape="0" blurRad="285750" dist="133350" dir="5400000">
              <a:srgbClr val="FF6F91">
                <a:alpha val="18000"/>
              </a:srgbClr>
            </a:outerShdw>
          </a:effectLst>
        </p:spPr>
      </p:sp>
      <p:sp>
        <p:nvSpPr>
          <p:cNvPr id="13" name="Shape 11"/>
          <p:cNvSpPr/>
          <p:nvPr/>
        </p:nvSpPr>
        <p:spPr>
          <a:xfrm>
            <a:off x="1343025" y="5584775"/>
            <a:ext cx="533400" cy="533400"/>
          </a:xfrm>
          <a:prstGeom prst="roundRect">
            <a:avLst>
              <a:gd name="adj" fmla="val 28571"/>
            </a:avLst>
          </a:prstGeom>
          <a:solidFill>
            <a:srgbClr val="FFE9EF"/>
          </a:solidFill>
          <a:ln/>
        </p:spPr>
      </p:sp>
      <p:sp>
        <p:nvSpPr>
          <p:cNvPr id="14" name="Shape 12"/>
          <p:cNvSpPr/>
          <p:nvPr/>
        </p:nvSpPr>
        <p:spPr>
          <a:xfrm>
            <a:off x="4000500" y="5232350"/>
            <a:ext cx="2762250" cy="2362200"/>
          </a:xfrm>
          <a:prstGeom prst="roundRect">
            <a:avLst>
              <a:gd name="adj" fmla="val 10484"/>
            </a:avLst>
          </a:prstGeom>
          <a:solidFill>
            <a:srgbClr val="FFFFFF"/>
          </a:solidFill>
          <a:ln/>
          <a:effectLst>
            <a:outerShdw sx="100000" sy="100000" kx="0" ky="0" algn="bl" rotWithShape="0" blurRad="285750" dist="133350" dir="5400000">
              <a:srgbClr val="7C5CFC">
                <a:alpha val="18000"/>
              </a:srgbClr>
            </a:outerShdw>
          </a:effectLst>
        </p:spPr>
      </p:sp>
      <p:sp>
        <p:nvSpPr>
          <p:cNvPr id="15" name="Shape 13"/>
          <p:cNvSpPr/>
          <p:nvPr/>
        </p:nvSpPr>
        <p:spPr>
          <a:xfrm>
            <a:off x="4295775" y="5584775"/>
            <a:ext cx="533400" cy="533400"/>
          </a:xfrm>
          <a:prstGeom prst="roundRect">
            <a:avLst>
              <a:gd name="adj" fmla="val 28571"/>
            </a:avLst>
          </a:prstGeom>
          <a:solidFill>
            <a:srgbClr val="F1ECFF"/>
          </a:solidFill>
          <a:ln/>
        </p:spPr>
      </p:sp>
      <p:sp>
        <p:nvSpPr>
          <p:cNvPr id="16" name="Shape 14"/>
          <p:cNvSpPr/>
          <p:nvPr/>
        </p:nvSpPr>
        <p:spPr>
          <a:xfrm>
            <a:off x="6953250" y="5232350"/>
            <a:ext cx="2762250" cy="2362200"/>
          </a:xfrm>
          <a:prstGeom prst="roundRect">
            <a:avLst>
              <a:gd name="adj" fmla="val 10484"/>
            </a:avLst>
          </a:prstGeom>
          <a:solidFill>
            <a:srgbClr val="FFFFFF"/>
          </a:solidFill>
          <a:ln/>
          <a:effectLst>
            <a:outerShdw sx="100000" sy="100000" kx="0" ky="0" algn="bl" rotWithShape="0" blurRad="285750" dist="133350" dir="5400000">
              <a:srgbClr val="2FD0A8">
                <a:alpha val="18000"/>
              </a:srgbClr>
            </a:outerShdw>
          </a:effectLst>
        </p:spPr>
      </p:sp>
      <p:sp>
        <p:nvSpPr>
          <p:cNvPr id="17" name="Shape 15"/>
          <p:cNvSpPr/>
          <p:nvPr/>
        </p:nvSpPr>
        <p:spPr>
          <a:xfrm>
            <a:off x="7248525" y="5584775"/>
            <a:ext cx="533400" cy="533400"/>
          </a:xfrm>
          <a:prstGeom prst="roundRect">
            <a:avLst>
              <a:gd name="adj" fmla="val 28571"/>
            </a:avLst>
          </a:prstGeom>
          <a:solidFill>
            <a:srgbClr val="E4FBF4"/>
          </a:solidFill>
          <a:ln/>
        </p:spPr>
      </p:sp>
      <p:sp>
        <p:nvSpPr>
          <p:cNvPr id="18" name="Shape 16"/>
          <p:cNvSpPr/>
          <p:nvPr/>
        </p:nvSpPr>
        <p:spPr>
          <a:xfrm>
            <a:off x="9906000" y="5232350"/>
            <a:ext cx="2762250" cy="2362200"/>
          </a:xfrm>
          <a:prstGeom prst="roundRect">
            <a:avLst>
              <a:gd name="adj" fmla="val 10484"/>
            </a:avLst>
          </a:prstGeom>
          <a:solidFill>
            <a:srgbClr val="FFFFFF"/>
          </a:solidFill>
          <a:ln/>
          <a:effectLst>
            <a:outerShdw sx="100000" sy="100000" kx="0" ky="0" algn="bl" rotWithShape="0" blurRad="285750" dist="133350" dir="5400000">
              <a:srgbClr val="FF6F91">
                <a:alpha val="18000"/>
              </a:srgbClr>
            </a:outerShdw>
          </a:effectLst>
        </p:spPr>
      </p:sp>
      <p:sp>
        <p:nvSpPr>
          <p:cNvPr id="19" name="Shape 17"/>
          <p:cNvSpPr/>
          <p:nvPr/>
        </p:nvSpPr>
        <p:spPr>
          <a:xfrm>
            <a:off x="10201275" y="5584775"/>
            <a:ext cx="533400" cy="533400"/>
          </a:xfrm>
          <a:prstGeom prst="roundRect">
            <a:avLst>
              <a:gd name="adj" fmla="val 28571"/>
            </a:avLst>
          </a:prstGeom>
          <a:solidFill>
            <a:srgbClr val="FFE9EF"/>
          </a:solidFill>
          <a:ln/>
        </p:spPr>
      </p:sp>
      <p:sp>
        <p:nvSpPr>
          <p:cNvPr id="20" name="Shape 18"/>
          <p:cNvSpPr/>
          <p:nvPr/>
        </p:nvSpPr>
        <p:spPr>
          <a:xfrm>
            <a:off x="1047750" y="2722513"/>
            <a:ext cx="2762250" cy="0"/>
          </a:xfrm>
          <a:prstGeom prst="line">
            <a:avLst/>
          </a:prstGeom>
          <a:noFill/>
          <a:ln w="85725">
            <a:solidFill>
              <a:srgbClr val="4CC9F0"/>
            </a:solidFill>
            <a:prstDash val="solid"/>
          </a:ln>
        </p:spPr>
      </p:sp>
      <p:sp>
        <p:nvSpPr>
          <p:cNvPr id="21" name="Shape 19"/>
          <p:cNvSpPr/>
          <p:nvPr/>
        </p:nvSpPr>
        <p:spPr>
          <a:xfrm>
            <a:off x="3795713" y="2679650"/>
            <a:ext cx="0" cy="2362200"/>
          </a:xfrm>
          <a:prstGeom prst="line">
            <a:avLst/>
          </a:prstGeom>
          <a:noFill/>
          <a:ln w="28575">
            <a:solidFill>
              <a:srgbClr val="EFE7FF"/>
            </a:solidFill>
            <a:prstDash val="solid"/>
          </a:ln>
        </p:spPr>
      </p:sp>
      <p:sp>
        <p:nvSpPr>
          <p:cNvPr id="22" name="Shape 20"/>
          <p:cNvSpPr/>
          <p:nvPr/>
        </p:nvSpPr>
        <p:spPr>
          <a:xfrm>
            <a:off x="1047750" y="5027563"/>
            <a:ext cx="2762250" cy="0"/>
          </a:xfrm>
          <a:prstGeom prst="line">
            <a:avLst/>
          </a:prstGeom>
          <a:noFill/>
          <a:ln w="28575">
            <a:solidFill>
              <a:srgbClr val="EFE7FF"/>
            </a:solidFill>
            <a:prstDash val="solid"/>
          </a:ln>
        </p:spPr>
      </p:sp>
      <p:sp>
        <p:nvSpPr>
          <p:cNvPr id="23" name="Shape 21"/>
          <p:cNvSpPr/>
          <p:nvPr/>
        </p:nvSpPr>
        <p:spPr>
          <a:xfrm>
            <a:off x="1062038" y="2679650"/>
            <a:ext cx="0" cy="2362200"/>
          </a:xfrm>
          <a:prstGeom prst="line">
            <a:avLst/>
          </a:prstGeom>
          <a:noFill/>
          <a:ln w="28575">
            <a:solidFill>
              <a:srgbClr val="EFE7FF"/>
            </a:solidFill>
            <a:prstDash val="solid"/>
          </a:ln>
        </p:spPr>
      </p:sp>
      <p:sp>
        <p:nvSpPr>
          <p:cNvPr id="24" name="Shape 22"/>
          <p:cNvSpPr/>
          <p:nvPr/>
        </p:nvSpPr>
        <p:spPr>
          <a:xfrm>
            <a:off x="4000500" y="2722513"/>
            <a:ext cx="2762250" cy="0"/>
          </a:xfrm>
          <a:prstGeom prst="line">
            <a:avLst/>
          </a:prstGeom>
          <a:noFill/>
          <a:ln w="85725">
            <a:solidFill>
              <a:srgbClr val="7C5CFC"/>
            </a:solidFill>
            <a:prstDash val="solid"/>
          </a:ln>
        </p:spPr>
      </p:sp>
      <p:sp>
        <p:nvSpPr>
          <p:cNvPr id="25" name="Shape 23"/>
          <p:cNvSpPr/>
          <p:nvPr/>
        </p:nvSpPr>
        <p:spPr>
          <a:xfrm>
            <a:off x="6748463" y="2679650"/>
            <a:ext cx="0" cy="2362200"/>
          </a:xfrm>
          <a:prstGeom prst="line">
            <a:avLst/>
          </a:prstGeom>
          <a:noFill/>
          <a:ln w="28575">
            <a:solidFill>
              <a:srgbClr val="EFE7FF"/>
            </a:solidFill>
            <a:prstDash val="solid"/>
          </a:ln>
        </p:spPr>
      </p:sp>
      <p:sp>
        <p:nvSpPr>
          <p:cNvPr id="26" name="Shape 24"/>
          <p:cNvSpPr/>
          <p:nvPr/>
        </p:nvSpPr>
        <p:spPr>
          <a:xfrm>
            <a:off x="4000500" y="5027563"/>
            <a:ext cx="2762250" cy="0"/>
          </a:xfrm>
          <a:prstGeom prst="line">
            <a:avLst/>
          </a:prstGeom>
          <a:noFill/>
          <a:ln w="28575">
            <a:solidFill>
              <a:srgbClr val="EFE7FF"/>
            </a:solidFill>
            <a:prstDash val="solid"/>
          </a:ln>
        </p:spPr>
      </p:sp>
      <p:sp>
        <p:nvSpPr>
          <p:cNvPr id="27" name="Shape 25"/>
          <p:cNvSpPr/>
          <p:nvPr/>
        </p:nvSpPr>
        <p:spPr>
          <a:xfrm>
            <a:off x="4014788" y="2679650"/>
            <a:ext cx="0" cy="2362200"/>
          </a:xfrm>
          <a:prstGeom prst="line">
            <a:avLst/>
          </a:prstGeom>
          <a:noFill/>
          <a:ln w="28575">
            <a:solidFill>
              <a:srgbClr val="EFE7FF"/>
            </a:solidFill>
            <a:prstDash val="solid"/>
          </a:ln>
        </p:spPr>
      </p:sp>
      <p:sp>
        <p:nvSpPr>
          <p:cNvPr id="28" name="Shape 26"/>
          <p:cNvSpPr/>
          <p:nvPr/>
        </p:nvSpPr>
        <p:spPr>
          <a:xfrm>
            <a:off x="6953250" y="2722513"/>
            <a:ext cx="2762250" cy="0"/>
          </a:xfrm>
          <a:prstGeom prst="line">
            <a:avLst/>
          </a:prstGeom>
          <a:noFill/>
          <a:ln w="85725">
            <a:solidFill>
              <a:srgbClr val="FFC83D"/>
            </a:solidFill>
            <a:prstDash val="solid"/>
          </a:ln>
        </p:spPr>
      </p:sp>
      <p:sp>
        <p:nvSpPr>
          <p:cNvPr id="29" name="Shape 27"/>
          <p:cNvSpPr/>
          <p:nvPr/>
        </p:nvSpPr>
        <p:spPr>
          <a:xfrm>
            <a:off x="9701213" y="2679650"/>
            <a:ext cx="0" cy="2362200"/>
          </a:xfrm>
          <a:prstGeom prst="line">
            <a:avLst/>
          </a:prstGeom>
          <a:noFill/>
          <a:ln w="28575">
            <a:solidFill>
              <a:srgbClr val="EFE7FF"/>
            </a:solidFill>
            <a:prstDash val="solid"/>
          </a:ln>
        </p:spPr>
      </p:sp>
      <p:sp>
        <p:nvSpPr>
          <p:cNvPr id="30" name="Shape 28"/>
          <p:cNvSpPr/>
          <p:nvPr/>
        </p:nvSpPr>
        <p:spPr>
          <a:xfrm>
            <a:off x="6953250" y="5027563"/>
            <a:ext cx="2762250" cy="0"/>
          </a:xfrm>
          <a:prstGeom prst="line">
            <a:avLst/>
          </a:prstGeom>
          <a:noFill/>
          <a:ln w="28575">
            <a:solidFill>
              <a:srgbClr val="EFE7FF"/>
            </a:solidFill>
            <a:prstDash val="solid"/>
          </a:ln>
        </p:spPr>
      </p:sp>
      <p:sp>
        <p:nvSpPr>
          <p:cNvPr id="31" name="Shape 29"/>
          <p:cNvSpPr/>
          <p:nvPr/>
        </p:nvSpPr>
        <p:spPr>
          <a:xfrm>
            <a:off x="6967538" y="2679650"/>
            <a:ext cx="0" cy="2362200"/>
          </a:xfrm>
          <a:prstGeom prst="line">
            <a:avLst/>
          </a:prstGeom>
          <a:noFill/>
          <a:ln w="28575">
            <a:solidFill>
              <a:srgbClr val="EFE7FF"/>
            </a:solidFill>
            <a:prstDash val="solid"/>
          </a:ln>
        </p:spPr>
      </p:sp>
      <p:sp>
        <p:nvSpPr>
          <p:cNvPr id="32" name="Shape 30"/>
          <p:cNvSpPr/>
          <p:nvPr/>
        </p:nvSpPr>
        <p:spPr>
          <a:xfrm>
            <a:off x="9906000" y="2722513"/>
            <a:ext cx="2762250" cy="0"/>
          </a:xfrm>
          <a:prstGeom prst="line">
            <a:avLst/>
          </a:prstGeom>
          <a:noFill/>
          <a:ln w="85725">
            <a:solidFill>
              <a:srgbClr val="4CC9F0"/>
            </a:solidFill>
            <a:prstDash val="solid"/>
          </a:ln>
        </p:spPr>
      </p:sp>
      <p:sp>
        <p:nvSpPr>
          <p:cNvPr id="33" name="Shape 31"/>
          <p:cNvSpPr/>
          <p:nvPr/>
        </p:nvSpPr>
        <p:spPr>
          <a:xfrm>
            <a:off x="12653963" y="2679650"/>
            <a:ext cx="0" cy="2362200"/>
          </a:xfrm>
          <a:prstGeom prst="line">
            <a:avLst/>
          </a:prstGeom>
          <a:noFill/>
          <a:ln w="28575">
            <a:solidFill>
              <a:srgbClr val="EFE7FF"/>
            </a:solidFill>
            <a:prstDash val="solid"/>
          </a:ln>
        </p:spPr>
      </p:sp>
      <p:sp>
        <p:nvSpPr>
          <p:cNvPr id="34" name="Shape 32"/>
          <p:cNvSpPr/>
          <p:nvPr/>
        </p:nvSpPr>
        <p:spPr>
          <a:xfrm>
            <a:off x="9906000" y="5027563"/>
            <a:ext cx="2762250" cy="0"/>
          </a:xfrm>
          <a:prstGeom prst="line">
            <a:avLst/>
          </a:prstGeom>
          <a:noFill/>
          <a:ln w="28575">
            <a:solidFill>
              <a:srgbClr val="EFE7FF"/>
            </a:solidFill>
            <a:prstDash val="solid"/>
          </a:ln>
        </p:spPr>
      </p:sp>
      <p:sp>
        <p:nvSpPr>
          <p:cNvPr id="35" name="Shape 33"/>
          <p:cNvSpPr/>
          <p:nvPr/>
        </p:nvSpPr>
        <p:spPr>
          <a:xfrm>
            <a:off x="9920288" y="2679650"/>
            <a:ext cx="0" cy="2362200"/>
          </a:xfrm>
          <a:prstGeom prst="line">
            <a:avLst/>
          </a:prstGeom>
          <a:noFill/>
          <a:ln w="28575">
            <a:solidFill>
              <a:srgbClr val="EFE7FF"/>
            </a:solidFill>
            <a:prstDash val="solid"/>
          </a:ln>
        </p:spPr>
      </p:sp>
      <p:sp>
        <p:nvSpPr>
          <p:cNvPr id="36" name="Shape 34"/>
          <p:cNvSpPr/>
          <p:nvPr/>
        </p:nvSpPr>
        <p:spPr>
          <a:xfrm>
            <a:off x="1047750" y="5275213"/>
            <a:ext cx="2762250" cy="0"/>
          </a:xfrm>
          <a:prstGeom prst="line">
            <a:avLst/>
          </a:prstGeom>
          <a:noFill/>
          <a:ln w="85725">
            <a:solidFill>
              <a:srgbClr val="FF6F91"/>
            </a:solidFill>
            <a:prstDash val="solid"/>
          </a:ln>
        </p:spPr>
      </p:sp>
      <p:sp>
        <p:nvSpPr>
          <p:cNvPr id="37" name="Shape 35"/>
          <p:cNvSpPr/>
          <p:nvPr/>
        </p:nvSpPr>
        <p:spPr>
          <a:xfrm>
            <a:off x="3795713" y="5232350"/>
            <a:ext cx="0" cy="2362200"/>
          </a:xfrm>
          <a:prstGeom prst="line">
            <a:avLst/>
          </a:prstGeom>
          <a:noFill/>
          <a:ln w="28575">
            <a:solidFill>
              <a:srgbClr val="EFE7FF"/>
            </a:solidFill>
            <a:prstDash val="solid"/>
          </a:ln>
        </p:spPr>
      </p:sp>
      <p:sp>
        <p:nvSpPr>
          <p:cNvPr id="38" name="Shape 36"/>
          <p:cNvSpPr/>
          <p:nvPr/>
        </p:nvSpPr>
        <p:spPr>
          <a:xfrm>
            <a:off x="1047750" y="7580263"/>
            <a:ext cx="2762250" cy="0"/>
          </a:xfrm>
          <a:prstGeom prst="line">
            <a:avLst/>
          </a:prstGeom>
          <a:noFill/>
          <a:ln w="28575">
            <a:solidFill>
              <a:srgbClr val="EFE7FF"/>
            </a:solidFill>
            <a:prstDash val="solid"/>
          </a:ln>
        </p:spPr>
      </p:sp>
      <p:sp>
        <p:nvSpPr>
          <p:cNvPr id="39" name="Shape 37"/>
          <p:cNvSpPr/>
          <p:nvPr/>
        </p:nvSpPr>
        <p:spPr>
          <a:xfrm>
            <a:off x="1062038" y="5232350"/>
            <a:ext cx="0" cy="2362200"/>
          </a:xfrm>
          <a:prstGeom prst="line">
            <a:avLst/>
          </a:prstGeom>
          <a:noFill/>
          <a:ln w="28575">
            <a:solidFill>
              <a:srgbClr val="EFE7FF"/>
            </a:solidFill>
            <a:prstDash val="solid"/>
          </a:ln>
        </p:spPr>
      </p:sp>
      <p:sp>
        <p:nvSpPr>
          <p:cNvPr id="40" name="Shape 38"/>
          <p:cNvSpPr/>
          <p:nvPr/>
        </p:nvSpPr>
        <p:spPr>
          <a:xfrm>
            <a:off x="4000500" y="5275213"/>
            <a:ext cx="2762250" cy="0"/>
          </a:xfrm>
          <a:prstGeom prst="line">
            <a:avLst/>
          </a:prstGeom>
          <a:noFill/>
          <a:ln w="85725">
            <a:solidFill>
              <a:srgbClr val="7C5CFC"/>
            </a:solidFill>
            <a:prstDash val="solid"/>
          </a:ln>
        </p:spPr>
      </p:sp>
      <p:sp>
        <p:nvSpPr>
          <p:cNvPr id="41" name="Shape 39"/>
          <p:cNvSpPr/>
          <p:nvPr/>
        </p:nvSpPr>
        <p:spPr>
          <a:xfrm>
            <a:off x="6748463" y="5232350"/>
            <a:ext cx="0" cy="2362200"/>
          </a:xfrm>
          <a:prstGeom prst="line">
            <a:avLst/>
          </a:prstGeom>
          <a:noFill/>
          <a:ln w="28575">
            <a:solidFill>
              <a:srgbClr val="EFE7FF"/>
            </a:solidFill>
            <a:prstDash val="solid"/>
          </a:ln>
        </p:spPr>
      </p:sp>
      <p:sp>
        <p:nvSpPr>
          <p:cNvPr id="42" name="Shape 40"/>
          <p:cNvSpPr/>
          <p:nvPr/>
        </p:nvSpPr>
        <p:spPr>
          <a:xfrm>
            <a:off x="4000500" y="7580263"/>
            <a:ext cx="2762250" cy="0"/>
          </a:xfrm>
          <a:prstGeom prst="line">
            <a:avLst/>
          </a:prstGeom>
          <a:noFill/>
          <a:ln w="28575">
            <a:solidFill>
              <a:srgbClr val="EFE7FF"/>
            </a:solidFill>
            <a:prstDash val="solid"/>
          </a:ln>
        </p:spPr>
      </p:sp>
      <p:sp>
        <p:nvSpPr>
          <p:cNvPr id="43" name="Shape 41"/>
          <p:cNvSpPr/>
          <p:nvPr/>
        </p:nvSpPr>
        <p:spPr>
          <a:xfrm>
            <a:off x="4014788" y="5232350"/>
            <a:ext cx="0" cy="2362200"/>
          </a:xfrm>
          <a:prstGeom prst="line">
            <a:avLst/>
          </a:prstGeom>
          <a:noFill/>
          <a:ln w="28575">
            <a:solidFill>
              <a:srgbClr val="EFE7FF"/>
            </a:solidFill>
            <a:prstDash val="solid"/>
          </a:ln>
        </p:spPr>
      </p:sp>
      <p:sp>
        <p:nvSpPr>
          <p:cNvPr id="44" name="Shape 42"/>
          <p:cNvSpPr/>
          <p:nvPr/>
        </p:nvSpPr>
        <p:spPr>
          <a:xfrm>
            <a:off x="6953250" y="5275213"/>
            <a:ext cx="2762250" cy="0"/>
          </a:xfrm>
          <a:prstGeom prst="line">
            <a:avLst/>
          </a:prstGeom>
          <a:noFill/>
          <a:ln w="85725">
            <a:solidFill>
              <a:srgbClr val="2FD0A8"/>
            </a:solidFill>
            <a:prstDash val="solid"/>
          </a:ln>
        </p:spPr>
      </p:sp>
      <p:sp>
        <p:nvSpPr>
          <p:cNvPr id="45" name="Shape 43"/>
          <p:cNvSpPr/>
          <p:nvPr/>
        </p:nvSpPr>
        <p:spPr>
          <a:xfrm>
            <a:off x="9701213" y="5232350"/>
            <a:ext cx="0" cy="2362200"/>
          </a:xfrm>
          <a:prstGeom prst="line">
            <a:avLst/>
          </a:prstGeom>
          <a:noFill/>
          <a:ln w="28575">
            <a:solidFill>
              <a:srgbClr val="EFE7FF"/>
            </a:solidFill>
            <a:prstDash val="solid"/>
          </a:ln>
        </p:spPr>
      </p:sp>
      <p:sp>
        <p:nvSpPr>
          <p:cNvPr id="46" name="Shape 44"/>
          <p:cNvSpPr/>
          <p:nvPr/>
        </p:nvSpPr>
        <p:spPr>
          <a:xfrm>
            <a:off x="6953250" y="7580263"/>
            <a:ext cx="2762250" cy="0"/>
          </a:xfrm>
          <a:prstGeom prst="line">
            <a:avLst/>
          </a:prstGeom>
          <a:noFill/>
          <a:ln w="28575">
            <a:solidFill>
              <a:srgbClr val="EFE7FF"/>
            </a:solidFill>
            <a:prstDash val="solid"/>
          </a:ln>
        </p:spPr>
      </p:sp>
      <p:sp>
        <p:nvSpPr>
          <p:cNvPr id="47" name="Shape 45"/>
          <p:cNvSpPr/>
          <p:nvPr/>
        </p:nvSpPr>
        <p:spPr>
          <a:xfrm>
            <a:off x="6967538" y="5232350"/>
            <a:ext cx="0" cy="2362200"/>
          </a:xfrm>
          <a:prstGeom prst="line">
            <a:avLst/>
          </a:prstGeom>
          <a:noFill/>
          <a:ln w="28575">
            <a:solidFill>
              <a:srgbClr val="EFE7FF"/>
            </a:solidFill>
            <a:prstDash val="solid"/>
          </a:ln>
        </p:spPr>
      </p:sp>
      <p:sp>
        <p:nvSpPr>
          <p:cNvPr id="48" name="Shape 46"/>
          <p:cNvSpPr/>
          <p:nvPr/>
        </p:nvSpPr>
        <p:spPr>
          <a:xfrm>
            <a:off x="9906000" y="5275213"/>
            <a:ext cx="2762250" cy="0"/>
          </a:xfrm>
          <a:prstGeom prst="line">
            <a:avLst/>
          </a:prstGeom>
          <a:noFill/>
          <a:ln w="85725">
            <a:solidFill>
              <a:srgbClr val="FF6F91"/>
            </a:solidFill>
            <a:prstDash val="solid"/>
          </a:ln>
        </p:spPr>
      </p:sp>
      <p:sp>
        <p:nvSpPr>
          <p:cNvPr id="49" name="Shape 47"/>
          <p:cNvSpPr/>
          <p:nvPr/>
        </p:nvSpPr>
        <p:spPr>
          <a:xfrm>
            <a:off x="12653963" y="5232350"/>
            <a:ext cx="0" cy="2362200"/>
          </a:xfrm>
          <a:prstGeom prst="line">
            <a:avLst/>
          </a:prstGeom>
          <a:noFill/>
          <a:ln w="28575">
            <a:solidFill>
              <a:srgbClr val="EFE7FF"/>
            </a:solidFill>
            <a:prstDash val="solid"/>
          </a:ln>
        </p:spPr>
      </p:sp>
      <p:sp>
        <p:nvSpPr>
          <p:cNvPr id="50" name="Shape 48"/>
          <p:cNvSpPr/>
          <p:nvPr/>
        </p:nvSpPr>
        <p:spPr>
          <a:xfrm>
            <a:off x="9906000" y="7580263"/>
            <a:ext cx="2762250" cy="0"/>
          </a:xfrm>
          <a:prstGeom prst="line">
            <a:avLst/>
          </a:prstGeom>
          <a:noFill/>
          <a:ln w="28575">
            <a:solidFill>
              <a:srgbClr val="EFE7FF"/>
            </a:solidFill>
            <a:prstDash val="solid"/>
          </a:ln>
        </p:spPr>
      </p:sp>
      <p:sp>
        <p:nvSpPr>
          <p:cNvPr id="51" name="Shape 49"/>
          <p:cNvSpPr/>
          <p:nvPr/>
        </p:nvSpPr>
        <p:spPr>
          <a:xfrm>
            <a:off x="9920288" y="5232350"/>
            <a:ext cx="0" cy="2362200"/>
          </a:xfrm>
          <a:prstGeom prst="line">
            <a:avLst/>
          </a:prstGeom>
          <a:noFill/>
          <a:ln w="28575">
            <a:solidFill>
              <a:srgbClr val="EFE7FF"/>
            </a:solidFill>
            <a:prstDash val="solid"/>
          </a:ln>
        </p:spPr>
      </p:sp>
      <p:sp>
        <p:nvSpPr>
          <p:cNvPr id="52" name="Text 50"/>
          <p:cNvSpPr/>
          <p:nvPr/>
        </p:nvSpPr>
        <p:spPr>
          <a:xfrm>
            <a:off x="1047750" y="1047750"/>
            <a:ext cx="2985529" cy="295275"/>
          </a:xfrm>
          <a:prstGeom prst="rect">
            <a:avLst/>
          </a:prstGeom>
          <a:noFill/>
          <a:ln/>
        </p:spPr>
        <p:txBody>
          <a:bodyPr wrap="square" lIns="171450" tIns="66675" rIns="171450" bIns="66675" rtlCol="0" anchor="t"/>
          <a:lstStyle/>
          <a:p>
            <a:pPr algn="l" indent="0" marL="0">
              <a:buNone/>
            </a:pPr>
            <a:r>
              <a:rPr lang="en-US" sz="1125" b="1" dirty="0">
                <a:solidFill>
                  <a:srgbClr val="E03E66"/>
                </a:solidFill>
                <a:latin typeface="Fredoka" pitchFamily="34" charset="0"/>
                <a:ea typeface="Fredoka" pitchFamily="34" charset="-122"/>
                <a:cs typeface="Fredoka" pitchFamily="34" charset="-120"/>
              </a:rPr>
              <a:t>VOCABULARY · NOTICE &amp; USE</a:t>
            </a:r>
            <a:endParaRPr lang="en-US" sz="1125" dirty="0"/>
          </a:p>
        </p:txBody>
      </p:sp>
      <p:sp>
        <p:nvSpPr>
          <p:cNvPr id="53" name="Text 51"/>
          <p:cNvSpPr/>
          <p:nvPr/>
        </p:nvSpPr>
        <p:spPr>
          <a:xfrm>
            <a:off x="1047750" y="1457325"/>
            <a:ext cx="6639580" cy="534888"/>
          </a:xfrm>
          <a:prstGeom prst="rect">
            <a:avLst/>
          </a:prstGeom>
          <a:noFill/>
          <a:ln/>
        </p:spPr>
        <p:txBody>
          <a:bodyPr wrap="square" lIns="0" tIns="0" rIns="0" bIns="0" rtlCol="0" anchor="t"/>
          <a:lstStyle/>
          <a:p>
            <a:pPr algn="l" indent="0" marL="0">
              <a:lnSpc>
                <a:spcPts val="4212"/>
              </a:lnSpc>
              <a:spcBef>
                <a:spcPts val="900"/>
              </a:spcBef>
              <a:spcAft>
                <a:spcPts val="2714"/>
              </a:spcAft>
              <a:buNone/>
            </a:pPr>
            <a:r>
              <a:rPr lang="en-US" sz="4050" b="1" dirty="0">
                <a:solidFill>
                  <a:srgbClr val="2B2552"/>
                </a:solidFill>
                <a:latin typeface="Fredoka" pitchFamily="34" charset="0"/>
                <a:ea typeface="Fredoka" pitchFamily="34" charset="-122"/>
                <a:cs typeface="Fredoka" pitchFamily="34" charset="-120"/>
              </a:rPr>
              <a:t>Summer or Winter? 🌞❄️</a:t>
            </a:r>
            <a:endParaRPr lang="en-US" sz="4050" dirty="0"/>
          </a:p>
        </p:txBody>
      </p:sp>
      <p:sp>
        <p:nvSpPr>
          <p:cNvPr id="54" name="Text 52"/>
          <p:cNvSpPr/>
          <p:nvPr/>
        </p:nvSpPr>
        <p:spPr>
          <a:xfrm rot="21420000">
            <a:off x="11078989" y="1487388"/>
            <a:ext cx="1670209" cy="409575"/>
          </a:xfrm>
          <a:prstGeom prst="rect">
            <a:avLst/>
          </a:prstGeom>
          <a:noFill/>
          <a:ln/>
        </p:spPr>
        <p:txBody>
          <a:bodyPr wrap="square" lIns="190500" tIns="95250" rIns="190500" bIns="95250" rtlCol="0" anchor="t"/>
          <a:lstStyle/>
          <a:p>
            <a:pPr algn="l" indent="0" marL="0">
              <a:buNone/>
            </a:pPr>
            <a:r>
              <a:rPr lang="en-US" sz="1500" b="1" dirty="0">
                <a:solidFill>
                  <a:srgbClr val="FFFFFF"/>
                </a:solidFill>
                <a:latin typeface="Fredoka" pitchFamily="34" charset="0"/>
                <a:ea typeface="Fredoka" pitchFamily="34" charset="-122"/>
                <a:cs typeface="Fredoka" pitchFamily="34" charset="-120"/>
              </a:rPr>
              <a:t>8 new words!</a:t>
            </a:r>
            <a:endParaRPr lang="en-US" sz="1500" dirty="0"/>
          </a:p>
        </p:txBody>
      </p:sp>
      <p:sp>
        <p:nvSpPr>
          <p:cNvPr id="55" name="Text 53"/>
          <p:cNvSpPr/>
          <p:nvPr/>
        </p:nvSpPr>
        <p:spPr>
          <a:xfrm>
            <a:off x="1413421" y="31082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56" name="Text 54"/>
          <p:cNvSpPr/>
          <p:nvPr/>
        </p:nvSpPr>
        <p:spPr>
          <a:xfrm>
            <a:off x="1343025" y="36797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outdoors</a:t>
            </a:r>
            <a:endParaRPr lang="en-US" sz="1650" dirty="0"/>
          </a:p>
        </p:txBody>
      </p:sp>
      <p:sp>
        <p:nvSpPr>
          <p:cNvPr id="57" name="Text 55"/>
          <p:cNvSpPr/>
          <p:nvPr/>
        </p:nvSpPr>
        <p:spPr>
          <a:xfrm>
            <a:off x="1343025" y="41369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outside, not inside</a:t>
            </a:r>
            <a:endParaRPr lang="en-US" sz="1125" dirty="0"/>
          </a:p>
        </p:txBody>
      </p:sp>
      <p:sp>
        <p:nvSpPr>
          <p:cNvPr id="58" name="Text 56"/>
          <p:cNvSpPr/>
          <p:nvPr/>
        </p:nvSpPr>
        <p:spPr>
          <a:xfrm>
            <a:off x="1343025" y="44417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1B86AE"/>
                </a:solidFill>
                <a:latin typeface="Nunito" pitchFamily="34" charset="0"/>
                <a:ea typeface="Nunito" pitchFamily="34" charset="-122"/>
                <a:cs typeface="Nunito" pitchFamily="34" charset="-120"/>
              </a:rPr>
              <a:t>I spend time outdoors.</a:t>
            </a:r>
            <a:endParaRPr lang="en-US" sz="1125" dirty="0"/>
          </a:p>
        </p:txBody>
      </p:sp>
      <p:sp>
        <p:nvSpPr>
          <p:cNvPr id="59" name="Text 57"/>
          <p:cNvSpPr/>
          <p:nvPr/>
        </p:nvSpPr>
        <p:spPr>
          <a:xfrm>
            <a:off x="4366171" y="31082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60" name="Text 58"/>
          <p:cNvSpPr/>
          <p:nvPr/>
        </p:nvSpPr>
        <p:spPr>
          <a:xfrm>
            <a:off x="4295775" y="36797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layer up</a:t>
            </a:r>
            <a:endParaRPr lang="en-US" sz="1650" dirty="0"/>
          </a:p>
        </p:txBody>
      </p:sp>
      <p:sp>
        <p:nvSpPr>
          <p:cNvPr id="61" name="Text 59"/>
          <p:cNvSpPr/>
          <p:nvPr/>
        </p:nvSpPr>
        <p:spPr>
          <a:xfrm>
            <a:off x="4295775" y="41369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put on extra clothes</a:t>
            </a:r>
            <a:endParaRPr lang="en-US" sz="1125" dirty="0"/>
          </a:p>
        </p:txBody>
      </p:sp>
      <p:sp>
        <p:nvSpPr>
          <p:cNvPr id="62" name="Text 60"/>
          <p:cNvSpPr/>
          <p:nvPr/>
        </p:nvSpPr>
        <p:spPr>
          <a:xfrm>
            <a:off x="4295775" y="44417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7C5CFC"/>
                </a:solidFill>
                <a:latin typeface="Nunito" pitchFamily="34" charset="0"/>
                <a:ea typeface="Nunito" pitchFamily="34" charset="-122"/>
                <a:cs typeface="Nunito" pitchFamily="34" charset="-120"/>
              </a:rPr>
              <a:t>I layer up when cold.</a:t>
            </a:r>
            <a:endParaRPr lang="en-US" sz="1125" dirty="0"/>
          </a:p>
        </p:txBody>
      </p:sp>
      <p:sp>
        <p:nvSpPr>
          <p:cNvPr id="63" name="Text 61"/>
          <p:cNvSpPr/>
          <p:nvPr/>
        </p:nvSpPr>
        <p:spPr>
          <a:xfrm>
            <a:off x="7318921" y="31082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64" name="Text 62"/>
          <p:cNvSpPr/>
          <p:nvPr/>
        </p:nvSpPr>
        <p:spPr>
          <a:xfrm>
            <a:off x="7248525" y="36797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staycation</a:t>
            </a:r>
            <a:endParaRPr lang="en-US" sz="1650" dirty="0"/>
          </a:p>
        </p:txBody>
      </p:sp>
      <p:sp>
        <p:nvSpPr>
          <p:cNvPr id="65" name="Text 63"/>
          <p:cNvSpPr/>
          <p:nvPr/>
        </p:nvSpPr>
        <p:spPr>
          <a:xfrm>
            <a:off x="7248525" y="41369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a holiday near home</a:t>
            </a:r>
            <a:endParaRPr lang="en-US" sz="1125" dirty="0"/>
          </a:p>
        </p:txBody>
      </p:sp>
      <p:sp>
        <p:nvSpPr>
          <p:cNvPr id="66" name="Text 64"/>
          <p:cNvSpPr/>
          <p:nvPr/>
        </p:nvSpPr>
        <p:spPr>
          <a:xfrm>
            <a:off x="7248525" y="44417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B58400"/>
                </a:solidFill>
                <a:latin typeface="Nunito" pitchFamily="34" charset="0"/>
                <a:ea typeface="Nunito" pitchFamily="34" charset="-122"/>
                <a:cs typeface="Nunito" pitchFamily="34" charset="-120"/>
              </a:rPr>
              <a:t>We’re having one.</a:t>
            </a:r>
            <a:endParaRPr lang="en-US" sz="1125" dirty="0"/>
          </a:p>
        </p:txBody>
      </p:sp>
      <p:sp>
        <p:nvSpPr>
          <p:cNvPr id="67" name="Text 65"/>
          <p:cNvSpPr/>
          <p:nvPr/>
        </p:nvSpPr>
        <p:spPr>
          <a:xfrm>
            <a:off x="10271671" y="31082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68" name="Text 66"/>
          <p:cNvSpPr/>
          <p:nvPr/>
        </p:nvSpPr>
        <p:spPr>
          <a:xfrm>
            <a:off x="10201275" y="36797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forecast</a:t>
            </a:r>
            <a:endParaRPr lang="en-US" sz="1650" dirty="0"/>
          </a:p>
        </p:txBody>
      </p:sp>
      <p:sp>
        <p:nvSpPr>
          <p:cNvPr id="69" name="Text 67"/>
          <p:cNvSpPr/>
          <p:nvPr/>
        </p:nvSpPr>
        <p:spPr>
          <a:xfrm>
            <a:off x="10201275" y="41369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weather prediction</a:t>
            </a:r>
            <a:endParaRPr lang="en-US" sz="1125" dirty="0"/>
          </a:p>
        </p:txBody>
      </p:sp>
      <p:sp>
        <p:nvSpPr>
          <p:cNvPr id="70" name="Text 68"/>
          <p:cNvSpPr/>
          <p:nvPr/>
        </p:nvSpPr>
        <p:spPr>
          <a:xfrm>
            <a:off x="10201275" y="44417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1B86AE"/>
                </a:solidFill>
                <a:latin typeface="Nunito" pitchFamily="34" charset="0"/>
                <a:ea typeface="Nunito" pitchFamily="34" charset="-122"/>
                <a:cs typeface="Nunito" pitchFamily="34" charset="-120"/>
              </a:rPr>
              <a:t>The forecast says rain.</a:t>
            </a:r>
            <a:endParaRPr lang="en-US" sz="1125" dirty="0"/>
          </a:p>
        </p:txBody>
      </p:sp>
      <p:sp>
        <p:nvSpPr>
          <p:cNvPr id="71" name="Text 69"/>
          <p:cNvSpPr/>
          <p:nvPr/>
        </p:nvSpPr>
        <p:spPr>
          <a:xfrm>
            <a:off x="1413421" y="56609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72" name="Text 70"/>
          <p:cNvSpPr/>
          <p:nvPr/>
        </p:nvSpPr>
        <p:spPr>
          <a:xfrm>
            <a:off x="1343025" y="62324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festival</a:t>
            </a:r>
            <a:endParaRPr lang="en-US" sz="1650" dirty="0"/>
          </a:p>
        </p:txBody>
      </p:sp>
      <p:sp>
        <p:nvSpPr>
          <p:cNvPr id="73" name="Text 71"/>
          <p:cNvSpPr/>
          <p:nvPr/>
        </p:nvSpPr>
        <p:spPr>
          <a:xfrm>
            <a:off x="1343025" y="66896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a special event</a:t>
            </a:r>
            <a:endParaRPr lang="en-US" sz="1125" dirty="0"/>
          </a:p>
        </p:txBody>
      </p:sp>
      <p:sp>
        <p:nvSpPr>
          <p:cNvPr id="74" name="Text 72"/>
          <p:cNvSpPr/>
          <p:nvPr/>
        </p:nvSpPr>
        <p:spPr>
          <a:xfrm>
            <a:off x="1343025" y="69944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E03E66"/>
                </a:solidFill>
                <a:latin typeface="Nunito" pitchFamily="34" charset="0"/>
                <a:ea typeface="Nunito" pitchFamily="34" charset="-122"/>
                <a:cs typeface="Nunito" pitchFamily="34" charset="-120"/>
              </a:rPr>
              <a:t>I went to one!</a:t>
            </a:r>
            <a:endParaRPr lang="en-US" sz="1125" dirty="0"/>
          </a:p>
        </p:txBody>
      </p:sp>
      <p:sp>
        <p:nvSpPr>
          <p:cNvPr id="75" name="Text 73"/>
          <p:cNvSpPr/>
          <p:nvPr/>
        </p:nvSpPr>
        <p:spPr>
          <a:xfrm>
            <a:off x="4366171" y="56609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76" name="Text 74"/>
          <p:cNvSpPr/>
          <p:nvPr/>
        </p:nvSpPr>
        <p:spPr>
          <a:xfrm>
            <a:off x="4295775" y="62324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cozy</a:t>
            </a:r>
            <a:endParaRPr lang="en-US" sz="1650" dirty="0"/>
          </a:p>
        </p:txBody>
      </p:sp>
      <p:sp>
        <p:nvSpPr>
          <p:cNvPr id="77" name="Text 75"/>
          <p:cNvSpPr/>
          <p:nvPr/>
        </p:nvSpPr>
        <p:spPr>
          <a:xfrm>
            <a:off x="4295775" y="66896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warm &amp; relaxing</a:t>
            </a:r>
            <a:endParaRPr lang="en-US" sz="1125" dirty="0"/>
          </a:p>
        </p:txBody>
      </p:sp>
      <p:sp>
        <p:nvSpPr>
          <p:cNvPr id="78" name="Text 76"/>
          <p:cNvSpPr/>
          <p:nvPr/>
        </p:nvSpPr>
        <p:spPr>
          <a:xfrm>
            <a:off x="4295775" y="69944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7C5CFC"/>
                </a:solidFill>
                <a:latin typeface="Nunito" pitchFamily="34" charset="0"/>
                <a:ea typeface="Nunito" pitchFamily="34" charset="-122"/>
                <a:cs typeface="Nunito" pitchFamily="34" charset="-120"/>
              </a:rPr>
              <a:t>My room feels cozy.</a:t>
            </a:r>
            <a:endParaRPr lang="en-US" sz="1125" dirty="0"/>
          </a:p>
        </p:txBody>
      </p:sp>
      <p:sp>
        <p:nvSpPr>
          <p:cNvPr id="79" name="Text 77"/>
          <p:cNvSpPr/>
          <p:nvPr/>
        </p:nvSpPr>
        <p:spPr>
          <a:xfrm>
            <a:off x="7318921" y="56609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80" name="Text 78"/>
          <p:cNvSpPr/>
          <p:nvPr/>
        </p:nvSpPr>
        <p:spPr>
          <a:xfrm>
            <a:off x="7248525" y="62324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make the most of</a:t>
            </a:r>
            <a:endParaRPr lang="en-US" sz="1650" dirty="0"/>
          </a:p>
        </p:txBody>
      </p:sp>
      <p:sp>
        <p:nvSpPr>
          <p:cNvPr id="81" name="Text 79"/>
          <p:cNvSpPr/>
          <p:nvPr/>
        </p:nvSpPr>
        <p:spPr>
          <a:xfrm>
            <a:off x="7248525" y="66896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enjoy fully</a:t>
            </a:r>
            <a:endParaRPr lang="en-US" sz="1125" dirty="0"/>
          </a:p>
        </p:txBody>
      </p:sp>
      <p:sp>
        <p:nvSpPr>
          <p:cNvPr id="82" name="Text 80"/>
          <p:cNvSpPr/>
          <p:nvPr/>
        </p:nvSpPr>
        <p:spPr>
          <a:xfrm>
            <a:off x="7248525" y="69944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0E8C6E"/>
                </a:solidFill>
                <a:latin typeface="Nunito" pitchFamily="34" charset="0"/>
                <a:ea typeface="Nunito" pitchFamily="34" charset="-122"/>
                <a:cs typeface="Nunito" pitchFamily="34" charset="-120"/>
              </a:rPr>
              <a:t>Let’s make the most of it!</a:t>
            </a:r>
            <a:endParaRPr lang="en-US" sz="1125" dirty="0"/>
          </a:p>
        </p:txBody>
      </p:sp>
      <p:sp>
        <p:nvSpPr>
          <p:cNvPr id="83" name="Text 81"/>
          <p:cNvSpPr/>
          <p:nvPr/>
        </p:nvSpPr>
        <p:spPr>
          <a:xfrm>
            <a:off x="10271671" y="566097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84" name="Text 82"/>
          <p:cNvSpPr/>
          <p:nvPr/>
        </p:nvSpPr>
        <p:spPr>
          <a:xfrm>
            <a:off x="10201275" y="6232475"/>
            <a:ext cx="2280285" cy="247650"/>
          </a:xfrm>
          <a:prstGeom prst="rect">
            <a:avLst/>
          </a:prstGeom>
          <a:noFill/>
          <a:ln/>
        </p:spPr>
        <p:txBody>
          <a:bodyPr wrap="square" lIns="0" tIns="0" rIns="0" bIns="0" rtlCol="0" anchor="t"/>
          <a:lstStyle/>
          <a:p>
            <a:pPr algn="l" indent="0" marL="0">
              <a:spcBef>
                <a:spcPts val="900"/>
              </a:spcBef>
              <a:spcAft>
                <a:spcPts val="1650"/>
              </a:spcAft>
              <a:buNone/>
            </a:pPr>
            <a:r>
              <a:rPr lang="en-US" sz="1650" b="1" dirty="0">
                <a:solidFill>
                  <a:srgbClr val="2B2552"/>
                </a:solidFill>
                <a:latin typeface="Fredoka" pitchFamily="34" charset="0"/>
                <a:ea typeface="Fredoka" pitchFamily="34" charset="-122"/>
                <a:cs typeface="Fredoka" pitchFamily="34" charset="-120"/>
              </a:rPr>
              <a:t>mild</a:t>
            </a:r>
            <a:endParaRPr lang="en-US" sz="1650" dirty="0"/>
          </a:p>
        </p:txBody>
      </p:sp>
      <p:sp>
        <p:nvSpPr>
          <p:cNvPr id="85" name="Text 83"/>
          <p:cNvSpPr/>
          <p:nvPr/>
        </p:nvSpPr>
        <p:spPr>
          <a:xfrm>
            <a:off x="10201275" y="6689675"/>
            <a:ext cx="2280285" cy="161925"/>
          </a:xfrm>
          <a:prstGeom prst="rect">
            <a:avLst/>
          </a:prstGeom>
          <a:noFill/>
          <a:ln/>
        </p:spPr>
        <p:txBody>
          <a:bodyPr wrap="square" lIns="0" tIns="0" rIns="0" bIns="0" rtlCol="0" anchor="t"/>
          <a:lstStyle/>
          <a:p>
            <a:pPr algn="l" indent="0" marL="0">
              <a:spcBef>
                <a:spcPts val="300"/>
              </a:spcBef>
              <a:spcAft>
                <a:spcPts val="1125"/>
              </a:spcAft>
              <a:buNone/>
            </a:pPr>
            <a:r>
              <a:rPr lang="en-US" sz="1125" dirty="0">
                <a:solidFill>
                  <a:srgbClr val="5B5478"/>
                </a:solidFill>
                <a:latin typeface="Nunito" pitchFamily="34" charset="0"/>
                <a:ea typeface="Nunito" pitchFamily="34" charset="-122"/>
                <a:cs typeface="Nunito" pitchFamily="34" charset="-120"/>
              </a:rPr>
              <a:t>not too hot/cold</a:t>
            </a:r>
            <a:endParaRPr lang="en-US" sz="1125" dirty="0"/>
          </a:p>
        </p:txBody>
      </p:sp>
      <p:sp>
        <p:nvSpPr>
          <p:cNvPr id="86" name="Text 84"/>
          <p:cNvSpPr/>
          <p:nvPr/>
        </p:nvSpPr>
        <p:spPr>
          <a:xfrm>
            <a:off x="10201275" y="6994475"/>
            <a:ext cx="2280285" cy="161925"/>
          </a:xfrm>
          <a:prstGeom prst="rect">
            <a:avLst/>
          </a:prstGeom>
          <a:noFill/>
          <a:ln/>
        </p:spPr>
        <p:txBody>
          <a:bodyPr wrap="square" lIns="0" tIns="0" rIns="0" bIns="0" rtlCol="0" anchor="t"/>
          <a:lstStyle/>
          <a:p>
            <a:pPr algn="l" indent="0" marL="0">
              <a:spcBef>
                <a:spcPts val="900"/>
              </a:spcBef>
              <a:spcAft>
                <a:spcPts val="1125"/>
              </a:spcAft>
              <a:buNone/>
            </a:pPr>
            <a:r>
              <a:rPr lang="en-US" sz="1125" b="1" dirty="0">
                <a:solidFill>
                  <a:srgbClr val="E03E66"/>
                </a:solidFill>
                <a:latin typeface="Nunito" pitchFamily="34" charset="0"/>
                <a:ea typeface="Nunito" pitchFamily="34" charset="-122"/>
                <a:cs typeface="Nunito" pitchFamily="34" charset="-120"/>
              </a:rPr>
              <a:t>The winter is mild.</a:t>
            </a:r>
            <a:endParaRPr lang="en-US" sz="1125" dirty="0"/>
          </a:p>
        </p:txBody>
      </p:sp>
      <p:sp>
        <p:nvSpPr>
          <p:cNvPr id="87" name="Text 85"/>
          <p:cNvSpPr/>
          <p:nvPr/>
        </p:nvSpPr>
        <p:spPr>
          <a:xfrm>
            <a:off x="4128641" y="7861250"/>
            <a:ext cx="2199181" cy="390525"/>
          </a:xfrm>
          <a:prstGeom prst="rect">
            <a:avLst/>
          </a:prstGeom>
          <a:noFill/>
          <a:ln/>
        </p:spPr>
        <p:txBody>
          <a:bodyPr wrap="square" lIns="171450" tIns="85725" rIns="171450" bIns="85725" rtlCol="0" anchor="t"/>
          <a:lstStyle/>
          <a:p>
            <a:pPr algn="l" indent="0" marL="0">
              <a:buNone/>
            </a:pPr>
            <a:r>
              <a:rPr lang="en-US" sz="1275" b="1" dirty="0">
                <a:solidFill>
                  <a:srgbClr val="B58400"/>
                </a:solidFill>
                <a:latin typeface="Nunito" pitchFamily="34" charset="0"/>
                <a:ea typeface="Nunito" pitchFamily="34" charset="-122"/>
                <a:cs typeface="Nunito" pitchFamily="34" charset="-120"/>
              </a:rPr>
              <a:t>🔊 Pronunciation pop:</a:t>
            </a:r>
            <a:endParaRPr lang="en-US" sz="1275" dirty="0"/>
          </a:p>
        </p:txBody>
      </p:sp>
      <p:sp>
        <p:nvSpPr>
          <p:cNvPr id="88" name="Text 86"/>
          <p:cNvSpPr/>
          <p:nvPr/>
        </p:nvSpPr>
        <p:spPr>
          <a:xfrm>
            <a:off x="6337399" y="7946975"/>
            <a:ext cx="3412301" cy="219075"/>
          </a:xfrm>
          <a:prstGeom prst="rect">
            <a:avLst/>
          </a:prstGeom>
          <a:noFill/>
          <a:ln/>
        </p:spPr>
        <p:txBody>
          <a:bodyPr wrap="square" lIns="0" tIns="0" rIns="0" bIns="0" rtlCol="0" anchor="t"/>
          <a:lstStyle/>
          <a:p>
            <a:pPr algn="l" indent="0" marL="0">
              <a:buNone/>
            </a:pPr>
            <a:r>
              <a:rPr lang="en-US" sz="1500" dirty="0">
                <a:solidFill>
                  <a:srgbClr val="2B2552"/>
                </a:solidFill>
                <a:latin typeface="Nunito" pitchFamily="34" charset="0"/>
                <a:ea typeface="Nunito" pitchFamily="34" charset="-122"/>
                <a:cs typeface="Nunito" pitchFamily="34" charset="-120"/>
              </a:rPr>
              <a:t>out-</a:t>
            </a:r>
            <a:pPr algn="l" indent="0" marL="0">
              <a:buNone/>
            </a:pPr>
            <a:r>
              <a:rPr lang="en-US" sz="1500" b="1" dirty="0">
                <a:solidFill>
                  <a:srgbClr val="FF6F91"/>
                </a:solidFill>
                <a:latin typeface="Nunito" pitchFamily="34" charset="0"/>
                <a:ea typeface="Nunito" pitchFamily="34" charset="-122"/>
                <a:cs typeface="Nunito" pitchFamily="34" charset="-120"/>
              </a:rPr>
              <a:t>DOORS</a:t>
            </a:r>
            <a:pPr algn="l" indent="0" marL="0">
              <a:buNone/>
            </a:pPr>
            <a:r>
              <a:rPr lang="en-US" sz="1500" dirty="0">
                <a:solidFill>
                  <a:srgbClr val="2B2552"/>
                </a:solidFill>
                <a:latin typeface="Nunito" pitchFamily="34" charset="0"/>
                <a:ea typeface="Nunito" pitchFamily="34" charset="-122"/>
                <a:cs typeface="Nunito" pitchFamily="34" charset="-120"/>
              </a:rPr>
              <a:t> · </a:t>
            </a:r>
            <a:pPr algn="l" indent="0" marL="0">
              <a:buNone/>
            </a:pPr>
            <a:r>
              <a:rPr lang="en-US" sz="1500" b="1" dirty="0">
                <a:solidFill>
                  <a:srgbClr val="7C5CFC"/>
                </a:solidFill>
                <a:latin typeface="Nunito" pitchFamily="34" charset="0"/>
                <a:ea typeface="Nunito" pitchFamily="34" charset="-122"/>
                <a:cs typeface="Nunito" pitchFamily="34" charset="-120"/>
              </a:rPr>
              <a:t>FES</a:t>
            </a:r>
            <a:pPr algn="l" indent="0" marL="0">
              <a:buNone/>
            </a:pPr>
            <a:r>
              <a:rPr lang="en-US" sz="1500" dirty="0">
                <a:solidFill>
                  <a:srgbClr val="2B2552"/>
                </a:solidFill>
                <a:latin typeface="Nunito" pitchFamily="34" charset="0"/>
                <a:ea typeface="Nunito" pitchFamily="34" charset="-122"/>
                <a:cs typeface="Nunito" pitchFamily="34" charset="-120"/>
              </a:rPr>
              <a:t>-ti-val · </a:t>
            </a:r>
            <a:pPr algn="l" indent="0" marL="0">
              <a:buNone/>
            </a:pPr>
            <a:r>
              <a:rPr lang="en-US" sz="1500" b="1" dirty="0">
                <a:solidFill>
                  <a:srgbClr val="4CC9F0"/>
                </a:solidFill>
                <a:latin typeface="Nunito" pitchFamily="34" charset="0"/>
                <a:ea typeface="Nunito" pitchFamily="34" charset="-122"/>
                <a:cs typeface="Nunito" pitchFamily="34" charset="-120"/>
              </a:rPr>
              <a:t>FORE</a:t>
            </a:r>
            <a:pPr algn="l" indent="0" marL="0">
              <a:buNone/>
            </a:pPr>
            <a:r>
              <a:rPr lang="en-US" sz="1500" dirty="0">
                <a:solidFill>
                  <a:srgbClr val="2B2552"/>
                </a:solidFill>
                <a:latin typeface="Nunito" pitchFamily="34" charset="0"/>
                <a:ea typeface="Nunito" pitchFamily="34" charset="-122"/>
                <a:cs typeface="Nunito" pitchFamily="34" charset="-120"/>
              </a:rPr>
              <a:t>-cast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811000" y="6000750"/>
            <a:ext cx="857250" cy="857250"/>
          </a:xfrm>
          <a:prstGeom prst="rect">
            <a:avLst/>
          </a:prstGeom>
          <a:solidFill>
            <a:srgbClr val="FFC83D"/>
          </a:solidFill>
          <a:ln/>
        </p:spPr>
      </p:sp>
      <p:sp>
        <p:nvSpPr>
          <p:cNvPr id="4" name="Shape 2"/>
          <p:cNvSpPr/>
          <p:nvPr/>
        </p:nvSpPr>
        <p:spPr>
          <a:xfrm>
            <a:off x="1123950" y="2793950"/>
            <a:ext cx="5581650" cy="4925913"/>
          </a:xfrm>
          <a:prstGeom prst="roundRect">
            <a:avLst>
              <a:gd name="adj" fmla="val 5027"/>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7010400" y="2793950"/>
            <a:ext cx="5581650" cy="4925913"/>
          </a:xfrm>
          <a:prstGeom prst="roundRect">
            <a:avLst>
              <a:gd name="adj" fmla="val 5027"/>
            </a:avLst>
          </a:prstGeom>
          <a:solidFill>
            <a:srgbClr val="FFFFFF"/>
          </a:solidFill>
          <a:ln/>
          <a:effectLst>
            <a:outerShdw sx="100000" sy="100000" kx="0" ky="0" algn="bl" rotWithShape="0" blurRad="285750" dist="133350" dir="5400000">
              <a:srgbClr val="4CC9F0">
                <a:alpha val="18000"/>
              </a:srgbClr>
            </a:outerShdw>
          </a:effectLst>
        </p:spPr>
      </p:sp>
      <p:sp>
        <p:nvSpPr>
          <p:cNvPr id="6" name="Shape 4"/>
          <p:cNvSpPr/>
          <p:nvPr/>
        </p:nvSpPr>
        <p:spPr>
          <a:xfrm>
            <a:off x="7305675" y="4652814"/>
            <a:ext cx="2438400" cy="847725"/>
          </a:xfrm>
          <a:prstGeom prst="roundRect">
            <a:avLst>
              <a:gd name="adj" fmla="val 17978"/>
            </a:avLst>
          </a:prstGeom>
          <a:solidFill>
            <a:srgbClr val="E6F8FF"/>
          </a:solidFill>
          <a:ln/>
        </p:spPr>
      </p:sp>
      <p:sp>
        <p:nvSpPr>
          <p:cNvPr id="7" name="Shape 5"/>
          <p:cNvSpPr/>
          <p:nvPr/>
        </p:nvSpPr>
        <p:spPr>
          <a:xfrm>
            <a:off x="9858375" y="4652814"/>
            <a:ext cx="2438400" cy="847725"/>
          </a:xfrm>
          <a:prstGeom prst="roundRect">
            <a:avLst>
              <a:gd name="adj" fmla="val 17978"/>
            </a:avLst>
          </a:prstGeom>
          <a:solidFill>
            <a:srgbClr val="F1ECFF"/>
          </a:solidFill>
          <a:ln/>
        </p:spPr>
      </p:sp>
      <p:sp>
        <p:nvSpPr>
          <p:cNvPr id="8" name="Shape 6"/>
          <p:cNvSpPr/>
          <p:nvPr/>
        </p:nvSpPr>
        <p:spPr>
          <a:xfrm>
            <a:off x="7305675" y="5614839"/>
            <a:ext cx="2438400" cy="847725"/>
          </a:xfrm>
          <a:prstGeom prst="roundRect">
            <a:avLst>
              <a:gd name="adj" fmla="val 17978"/>
            </a:avLst>
          </a:prstGeom>
          <a:solidFill>
            <a:srgbClr val="E6F8FF"/>
          </a:solidFill>
          <a:ln/>
        </p:spPr>
      </p:sp>
      <p:sp>
        <p:nvSpPr>
          <p:cNvPr id="9" name="Shape 7"/>
          <p:cNvSpPr/>
          <p:nvPr/>
        </p:nvSpPr>
        <p:spPr>
          <a:xfrm>
            <a:off x="9858375" y="5614839"/>
            <a:ext cx="2438400" cy="847725"/>
          </a:xfrm>
          <a:prstGeom prst="roundRect">
            <a:avLst>
              <a:gd name="adj" fmla="val 17978"/>
            </a:avLst>
          </a:prstGeom>
          <a:solidFill>
            <a:srgbClr val="F1ECFF"/>
          </a:solidFill>
          <a:ln/>
        </p:spPr>
      </p:sp>
      <p:sp>
        <p:nvSpPr>
          <p:cNvPr id="10" name="Shape 8"/>
          <p:cNvSpPr/>
          <p:nvPr/>
        </p:nvSpPr>
        <p:spPr>
          <a:xfrm>
            <a:off x="7305675" y="6576864"/>
            <a:ext cx="2438400" cy="847725"/>
          </a:xfrm>
          <a:prstGeom prst="roundRect">
            <a:avLst>
              <a:gd name="adj" fmla="val 17978"/>
            </a:avLst>
          </a:prstGeom>
          <a:solidFill>
            <a:srgbClr val="E6F8FF"/>
          </a:solidFill>
          <a:ln/>
        </p:spPr>
      </p:sp>
      <p:sp>
        <p:nvSpPr>
          <p:cNvPr id="11" name="Shape 9"/>
          <p:cNvSpPr/>
          <p:nvPr/>
        </p:nvSpPr>
        <p:spPr>
          <a:xfrm>
            <a:off x="9858375" y="6576864"/>
            <a:ext cx="2438400" cy="847725"/>
          </a:xfrm>
          <a:prstGeom prst="roundRect">
            <a:avLst>
              <a:gd name="adj" fmla="val 17978"/>
            </a:avLst>
          </a:prstGeom>
          <a:solidFill>
            <a:srgbClr val="F1ECFF"/>
          </a:solidFill>
          <a:ln/>
        </p:spPr>
      </p:sp>
      <p:sp>
        <p:nvSpPr>
          <p:cNvPr id="12" name="Shape 10"/>
          <p:cNvSpPr/>
          <p:nvPr/>
        </p:nvSpPr>
        <p:spPr>
          <a:xfrm>
            <a:off x="1123950" y="8024664"/>
            <a:ext cx="11468100" cy="1104900"/>
          </a:xfrm>
          <a:prstGeom prst="roundRect">
            <a:avLst>
              <a:gd name="adj" fmla="val 15517"/>
            </a:avLst>
          </a:prstGeom>
          <a:solidFill>
            <a:srgbClr val="E8FBF4"/>
          </a:solidFill>
          <a:ln/>
        </p:spPr>
      </p:sp>
      <p:sp>
        <p:nvSpPr>
          <p:cNvPr id="13" name="Shape 11"/>
          <p:cNvSpPr/>
          <p:nvPr/>
        </p:nvSpPr>
        <p:spPr>
          <a:xfrm>
            <a:off x="1123950" y="2836813"/>
            <a:ext cx="5581650" cy="0"/>
          </a:xfrm>
          <a:prstGeom prst="line">
            <a:avLst/>
          </a:prstGeom>
          <a:noFill/>
          <a:ln w="85725">
            <a:solidFill>
              <a:srgbClr val="7C5CFC"/>
            </a:solidFill>
            <a:prstDash val="solid"/>
          </a:ln>
        </p:spPr>
      </p:sp>
      <p:sp>
        <p:nvSpPr>
          <p:cNvPr id="14" name="Shape 12"/>
          <p:cNvSpPr/>
          <p:nvPr/>
        </p:nvSpPr>
        <p:spPr>
          <a:xfrm>
            <a:off x="6691313" y="2793950"/>
            <a:ext cx="0" cy="4925913"/>
          </a:xfrm>
          <a:prstGeom prst="line">
            <a:avLst/>
          </a:prstGeom>
          <a:noFill/>
          <a:ln w="28575">
            <a:solidFill>
              <a:srgbClr val="EFE7FF"/>
            </a:solidFill>
            <a:prstDash val="solid"/>
          </a:ln>
        </p:spPr>
      </p:sp>
      <p:sp>
        <p:nvSpPr>
          <p:cNvPr id="15" name="Shape 13"/>
          <p:cNvSpPr/>
          <p:nvPr/>
        </p:nvSpPr>
        <p:spPr>
          <a:xfrm>
            <a:off x="1123950" y="7705576"/>
            <a:ext cx="5581650" cy="0"/>
          </a:xfrm>
          <a:prstGeom prst="line">
            <a:avLst/>
          </a:prstGeom>
          <a:noFill/>
          <a:ln w="28575">
            <a:solidFill>
              <a:srgbClr val="EFE7FF"/>
            </a:solidFill>
            <a:prstDash val="solid"/>
          </a:ln>
        </p:spPr>
      </p:sp>
      <p:sp>
        <p:nvSpPr>
          <p:cNvPr id="16" name="Shape 14"/>
          <p:cNvSpPr/>
          <p:nvPr/>
        </p:nvSpPr>
        <p:spPr>
          <a:xfrm>
            <a:off x="1138238" y="2793950"/>
            <a:ext cx="0" cy="4925913"/>
          </a:xfrm>
          <a:prstGeom prst="line">
            <a:avLst/>
          </a:prstGeom>
          <a:noFill/>
          <a:ln w="28575">
            <a:solidFill>
              <a:srgbClr val="EFE7FF"/>
            </a:solidFill>
            <a:prstDash val="solid"/>
          </a:ln>
        </p:spPr>
      </p:sp>
      <p:sp>
        <p:nvSpPr>
          <p:cNvPr id="17" name="Shape 15"/>
          <p:cNvSpPr/>
          <p:nvPr/>
        </p:nvSpPr>
        <p:spPr>
          <a:xfrm>
            <a:off x="7010400" y="2836813"/>
            <a:ext cx="5581650" cy="0"/>
          </a:xfrm>
          <a:prstGeom prst="line">
            <a:avLst/>
          </a:prstGeom>
          <a:noFill/>
          <a:ln w="85725">
            <a:solidFill>
              <a:srgbClr val="4CC9F0"/>
            </a:solidFill>
            <a:prstDash val="solid"/>
          </a:ln>
        </p:spPr>
      </p:sp>
      <p:sp>
        <p:nvSpPr>
          <p:cNvPr id="18" name="Shape 16"/>
          <p:cNvSpPr/>
          <p:nvPr/>
        </p:nvSpPr>
        <p:spPr>
          <a:xfrm>
            <a:off x="12577763" y="2793950"/>
            <a:ext cx="0" cy="4925913"/>
          </a:xfrm>
          <a:prstGeom prst="line">
            <a:avLst/>
          </a:prstGeom>
          <a:noFill/>
          <a:ln w="28575">
            <a:solidFill>
              <a:srgbClr val="EFE7FF"/>
            </a:solidFill>
            <a:prstDash val="solid"/>
          </a:ln>
        </p:spPr>
      </p:sp>
      <p:sp>
        <p:nvSpPr>
          <p:cNvPr id="19" name="Shape 17"/>
          <p:cNvSpPr/>
          <p:nvPr/>
        </p:nvSpPr>
        <p:spPr>
          <a:xfrm>
            <a:off x="7010400" y="7705576"/>
            <a:ext cx="5581650" cy="0"/>
          </a:xfrm>
          <a:prstGeom prst="line">
            <a:avLst/>
          </a:prstGeom>
          <a:noFill/>
          <a:ln w="28575">
            <a:solidFill>
              <a:srgbClr val="EFE7FF"/>
            </a:solidFill>
            <a:prstDash val="solid"/>
          </a:ln>
        </p:spPr>
      </p:sp>
      <p:sp>
        <p:nvSpPr>
          <p:cNvPr id="20" name="Shape 18"/>
          <p:cNvSpPr/>
          <p:nvPr/>
        </p:nvSpPr>
        <p:spPr>
          <a:xfrm>
            <a:off x="7024688" y="2793950"/>
            <a:ext cx="0" cy="4925913"/>
          </a:xfrm>
          <a:prstGeom prst="line">
            <a:avLst/>
          </a:prstGeom>
          <a:noFill/>
          <a:ln w="28575">
            <a:solidFill>
              <a:srgbClr val="EFE7FF"/>
            </a:solidFill>
            <a:prstDash val="solid"/>
          </a:ln>
        </p:spPr>
      </p:sp>
      <p:sp>
        <p:nvSpPr>
          <p:cNvPr id="21" name="Shape 19"/>
          <p:cNvSpPr/>
          <p:nvPr/>
        </p:nvSpPr>
        <p:spPr>
          <a:xfrm>
            <a:off x="1166813" y="8024664"/>
            <a:ext cx="0" cy="1104900"/>
          </a:xfrm>
          <a:prstGeom prst="line">
            <a:avLst/>
          </a:prstGeom>
          <a:noFill/>
          <a:ln w="85725">
            <a:solidFill>
              <a:srgbClr val="2FD0A8"/>
            </a:solidFill>
            <a:prstDash val="solid"/>
          </a:ln>
        </p:spPr>
      </p:sp>
      <p:sp>
        <p:nvSpPr>
          <p:cNvPr id="22" name="Text 20"/>
          <p:cNvSpPr/>
          <p:nvPr/>
        </p:nvSpPr>
        <p:spPr>
          <a:xfrm>
            <a:off x="1123950" y="1123950"/>
            <a:ext cx="3157270" cy="295275"/>
          </a:xfrm>
          <a:prstGeom prst="rect">
            <a:avLst/>
          </a:prstGeom>
          <a:noFill/>
          <a:ln/>
        </p:spPr>
        <p:txBody>
          <a:bodyPr wrap="square" lIns="171450" tIns="66675" rIns="171450" bIns="66675" rtlCol="0" anchor="t"/>
          <a:lstStyle/>
          <a:p>
            <a:pPr algn="l" indent="0" marL="0">
              <a:buNone/>
            </a:pPr>
            <a:r>
              <a:rPr lang="en-US" sz="1125" b="1" dirty="0">
                <a:solidFill>
                  <a:srgbClr val="0E8C6E"/>
                </a:solidFill>
                <a:latin typeface="Fredoka" pitchFamily="34" charset="0"/>
                <a:ea typeface="Fredoka" pitchFamily="34" charset="-122"/>
                <a:cs typeface="Fredoka" pitchFamily="34" charset="-120"/>
              </a:rPr>
              <a:t>VOCABULARY PRACTICE · 8 MIN</a:t>
            </a:r>
            <a:endParaRPr lang="en-US" sz="1125" dirty="0"/>
          </a:p>
        </p:txBody>
      </p:sp>
      <p:sp>
        <p:nvSpPr>
          <p:cNvPr id="23" name="Text 21"/>
          <p:cNvSpPr/>
          <p:nvPr/>
        </p:nvSpPr>
        <p:spPr>
          <a:xfrm>
            <a:off x="1123950" y="1533525"/>
            <a:ext cx="5903394" cy="534888"/>
          </a:xfrm>
          <a:prstGeom prst="rect">
            <a:avLst/>
          </a:prstGeom>
          <a:noFill/>
          <a:ln/>
        </p:spPr>
        <p:txBody>
          <a:bodyPr wrap="square" lIns="0" tIns="0" rIns="0" bIns="0" rtlCol="0" anchor="t"/>
          <a:lstStyle/>
          <a:p>
            <a:pPr algn="l" indent="0" marL="0">
              <a:lnSpc>
                <a:spcPts val="4212"/>
              </a:lnSpc>
              <a:spcBef>
                <a:spcPts val="900"/>
              </a:spcBef>
              <a:spcAft>
                <a:spcPts val="2714"/>
              </a:spcAft>
              <a:buNone/>
            </a:pPr>
            <a:r>
              <a:rPr lang="en-US" sz="4050" b="1" dirty="0">
                <a:solidFill>
                  <a:srgbClr val="2B2552"/>
                </a:solidFill>
                <a:latin typeface="Fredoka" pitchFamily="34" charset="0"/>
                <a:ea typeface="Fredoka" pitchFamily="34" charset="-122"/>
                <a:cs typeface="Fredoka" pitchFamily="34" charset="-120"/>
              </a:rPr>
              <a:t>Sort, Match, Speak! 🧩</a:t>
            </a:r>
            <a:endParaRPr lang="en-US" sz="4050" dirty="0"/>
          </a:p>
        </p:txBody>
      </p:sp>
      <p:sp>
        <p:nvSpPr>
          <p:cNvPr id="24" name="Text 22"/>
          <p:cNvSpPr/>
          <p:nvPr/>
        </p:nvSpPr>
        <p:spPr>
          <a:xfrm>
            <a:off x="11225957" y="1482626"/>
            <a:ext cx="1434398" cy="571500"/>
          </a:xfrm>
          <a:prstGeom prst="rect">
            <a:avLst/>
          </a:prstGeom>
          <a:noFill/>
          <a:ln/>
        </p:spPr>
        <p:txBody>
          <a:bodyPr wrap="square" lIns="95250" tIns="76200" rIns="171450" bIns="76200" rtlCol="0" anchor="t"/>
          <a:lstStyle/>
          <a:p>
            <a:pPr algn="l" indent="0" marL="0">
              <a:buNone/>
            </a:pPr>
            <a:r>
              <a:rPr lang="en-US" sz="1650" b="1" dirty="0">
                <a:solidFill>
                  <a:srgbClr val="2B2552"/>
                </a:solidFill>
                <a:latin typeface="Fredoka" pitchFamily="34" charset="0"/>
                <a:ea typeface="Fredoka" pitchFamily="34" charset="-122"/>
                <a:cs typeface="Fredoka" pitchFamily="34" charset="-120"/>
              </a:rPr>
              <a:t>🦊</a:t>
            </a:r>
            <a:pPr algn="l" indent="0" marL="0">
              <a:buNone/>
            </a:pPr>
            <a:r>
              <a:rPr lang="en-US" sz="1275" dirty="0">
                <a:solidFill>
                  <a:srgbClr val="2B2552"/>
                </a:solidFill>
                <a:latin typeface="Fredoka" pitchFamily="34" charset="0"/>
                <a:ea typeface="Fredoka" pitchFamily="34" charset="-122"/>
                <a:cs typeface="Fredoka" pitchFamily="34" charset="-120"/>
              </a:rPr>
              <a:t> Ready?</a:t>
            </a:r>
            <a:endParaRPr lang="en-US" sz="1275" dirty="0"/>
          </a:p>
        </p:txBody>
      </p:sp>
      <p:sp>
        <p:nvSpPr>
          <p:cNvPr id="25" name="Text 23"/>
          <p:cNvSpPr/>
          <p:nvPr/>
        </p:nvSpPr>
        <p:spPr>
          <a:xfrm>
            <a:off x="1419225" y="3351907"/>
            <a:ext cx="1126860" cy="295275"/>
          </a:xfrm>
          <a:prstGeom prst="rect">
            <a:avLst/>
          </a:prstGeom>
          <a:noFill/>
          <a:ln/>
        </p:spPr>
        <p:txBody>
          <a:bodyPr wrap="square" lIns="0" tIns="0" rIns="0" bIns="0" rtlCol="0" anchor="t"/>
          <a:lstStyle/>
          <a:p>
            <a:pPr algn="l" indent="0" marL="0">
              <a:spcBef>
                <a:spcPts val="1618"/>
              </a:spcBef>
              <a:spcAft>
                <a:spcPts val="1618"/>
              </a:spcAft>
              <a:buNone/>
            </a:pPr>
            <a:r>
              <a:rPr lang="en-US" sz="1950" b="1" dirty="0">
                <a:solidFill>
                  <a:srgbClr val="2B2552"/>
                </a:solidFill>
                <a:latin typeface="Fredoka" pitchFamily="34" charset="0"/>
                <a:ea typeface="Fredoka" pitchFamily="34" charset="-122"/>
                <a:cs typeface="Fredoka" pitchFamily="34" charset="-120"/>
              </a:rPr>
              <a:t>1 · Sort it</a:t>
            </a:r>
            <a:endParaRPr lang="en-US" sz="1950" dirty="0"/>
          </a:p>
        </p:txBody>
      </p:sp>
      <p:sp>
        <p:nvSpPr>
          <p:cNvPr id="26" name="Text 24"/>
          <p:cNvSpPr/>
          <p:nvPr/>
        </p:nvSpPr>
        <p:spPr>
          <a:xfrm>
            <a:off x="5017443" y="3304282"/>
            <a:ext cx="1462527" cy="390525"/>
          </a:xfrm>
          <a:prstGeom prst="rect">
            <a:avLst/>
          </a:prstGeom>
          <a:noFill/>
          <a:ln/>
        </p:spPr>
        <p:txBody>
          <a:bodyPr wrap="square" lIns="171450" tIns="85725" rIns="171450" bIns="85725" rtlCol="0" anchor="t"/>
          <a:lstStyle/>
          <a:p>
            <a:pPr algn="l" indent="0" marL="0">
              <a:buNone/>
            </a:pPr>
            <a:r>
              <a:rPr lang="en-US" sz="1275" b="1" dirty="0">
                <a:solidFill>
                  <a:srgbClr val="B58400"/>
                </a:solidFill>
                <a:latin typeface="Nunito" pitchFamily="34" charset="0"/>
                <a:ea typeface="Nunito" pitchFamily="34" charset="-122"/>
                <a:cs typeface="Nunito" pitchFamily="34" charset="-120"/>
              </a:rPr>
              <a:t>💬 Chat / poll</a:t>
            </a:r>
            <a:endParaRPr lang="en-US" sz="1275" dirty="0"/>
          </a:p>
        </p:txBody>
      </p:sp>
      <p:sp>
        <p:nvSpPr>
          <p:cNvPr id="27" name="Text 25"/>
          <p:cNvSpPr/>
          <p:nvPr/>
        </p:nvSpPr>
        <p:spPr>
          <a:xfrm>
            <a:off x="1419225" y="4005114"/>
            <a:ext cx="5240655" cy="495300"/>
          </a:xfrm>
          <a:prstGeom prst="rect">
            <a:avLst/>
          </a:prstGeom>
          <a:noFill/>
          <a:ln/>
        </p:spPr>
        <p:txBody>
          <a:bodyPr wrap="square" lIns="0" tIns="0" rIns="0" bIns="0" rtlCol="0" anchor="t"/>
          <a:lstStyle/>
          <a:p>
            <a:pPr algn="l" indent="0" marL="0">
              <a:spcBef>
                <a:spcPts val="1200"/>
              </a:spcBef>
              <a:spcAft>
                <a:spcPts val="1425"/>
              </a:spcAft>
              <a:buNone/>
            </a:pPr>
            <a:r>
              <a:rPr lang="en-US" sz="1425" dirty="0">
                <a:solidFill>
                  <a:srgbClr val="5B5478"/>
                </a:solidFill>
                <a:latin typeface="Nunito" pitchFamily="34" charset="0"/>
                <a:ea typeface="Nunito" pitchFamily="34" charset="-122"/>
                <a:cs typeface="Nunito" pitchFamily="34" charset="-120"/>
              </a:rPr>
              <a:t>Put the words into two groups: </a:t>
            </a:r>
            <a:pPr algn="l" indent="0" marL="0">
              <a:spcBef>
                <a:spcPts val="1200"/>
              </a:spcBef>
              <a:spcAft>
                <a:spcPts val="1425"/>
              </a:spcAft>
              <a:buNone/>
            </a:pPr>
            <a:r>
              <a:rPr lang="en-US" sz="1425" b="1" dirty="0">
                <a:solidFill>
                  <a:srgbClr val="5B5478"/>
                </a:solidFill>
                <a:latin typeface="Nunito" pitchFamily="34" charset="0"/>
                <a:ea typeface="Nunito" pitchFamily="34" charset="-122"/>
                <a:cs typeface="Nunito" pitchFamily="34" charset="-120"/>
              </a:rPr>
              <a:t>mostly summer</a:t>
            </a:r>
            <a:pPr algn="l" indent="0" marL="0">
              <a:spcBef>
                <a:spcPts val="1200"/>
              </a:spcBef>
              <a:spcAft>
                <a:spcPts val="1425"/>
              </a:spcAft>
              <a:buNone/>
            </a:pPr>
            <a:r>
              <a:rPr lang="en-US" sz="1425" dirty="0">
                <a:solidFill>
                  <a:srgbClr val="5B5478"/>
                </a:solidFill>
                <a:latin typeface="Nunito" pitchFamily="34" charset="0"/>
                <a:ea typeface="Nunito" pitchFamily="34" charset="-122"/>
                <a:cs typeface="Nunito" pitchFamily="34" charset="-120"/>
              </a:rPr>
              <a:t> 🌞 or </a:t>
            </a:r>
            <a:pPr algn="l" indent="0" marL="0">
              <a:spcBef>
                <a:spcPts val="1200"/>
              </a:spcBef>
              <a:spcAft>
                <a:spcPts val="1425"/>
              </a:spcAft>
              <a:buNone/>
            </a:pPr>
            <a:r>
              <a:rPr lang="en-US" sz="1425" b="1" dirty="0">
                <a:solidFill>
                  <a:srgbClr val="5B5478"/>
                </a:solidFill>
                <a:latin typeface="Nunito" pitchFamily="34" charset="0"/>
                <a:ea typeface="Nunito" pitchFamily="34" charset="-122"/>
                <a:cs typeface="Nunito" pitchFamily="34" charset="-120"/>
              </a:rPr>
              <a:t>mostly winter</a:t>
            </a:r>
            <a:pPr algn="l" indent="0" marL="0">
              <a:spcBef>
                <a:spcPts val="1200"/>
              </a:spcBef>
              <a:spcAft>
                <a:spcPts val="1425"/>
              </a:spcAft>
              <a:buNone/>
            </a:pPr>
            <a:r>
              <a:rPr lang="en-US" sz="1425" dirty="0">
                <a:solidFill>
                  <a:srgbClr val="5B5478"/>
                </a:solidFill>
                <a:latin typeface="Nunito" pitchFamily="34" charset="0"/>
                <a:ea typeface="Nunito" pitchFamily="34" charset="-122"/>
                <a:cs typeface="Nunito" pitchFamily="34" charset="-120"/>
              </a:rPr>
              <a:t> ❄️.</a:t>
            </a:r>
            <a:endParaRPr lang="en-US" sz="1425" dirty="0"/>
          </a:p>
        </p:txBody>
      </p:sp>
      <p:sp>
        <p:nvSpPr>
          <p:cNvPr id="28" name="Text 26"/>
          <p:cNvSpPr/>
          <p:nvPr/>
        </p:nvSpPr>
        <p:spPr>
          <a:xfrm>
            <a:off x="1419225" y="4729014"/>
            <a:ext cx="778066" cy="400050"/>
          </a:xfrm>
          <a:prstGeom prst="rect">
            <a:avLst/>
          </a:prstGeom>
          <a:noFill/>
          <a:ln/>
        </p:spPr>
        <p:txBody>
          <a:bodyPr wrap="square" lIns="171450" tIns="85725" rIns="171450" bIns="85725" rtlCol="0" anchor="t"/>
          <a:lstStyle/>
          <a:p>
            <a:pPr algn="l" indent="0" marL="0">
              <a:buNone/>
            </a:pPr>
            <a:r>
              <a:rPr lang="en-US" sz="1275" b="1" dirty="0">
                <a:solidFill>
                  <a:srgbClr val="2B2552"/>
                </a:solidFill>
                <a:latin typeface="Nunito" pitchFamily="34" charset="0"/>
                <a:ea typeface="Nunito" pitchFamily="34" charset="-122"/>
                <a:cs typeface="Nunito" pitchFamily="34" charset="-120"/>
              </a:rPr>
              <a:t>cozy</a:t>
            </a:r>
            <a:endParaRPr lang="en-US" sz="1275" dirty="0"/>
          </a:p>
        </p:txBody>
      </p:sp>
      <p:sp>
        <p:nvSpPr>
          <p:cNvPr id="29" name="Text 27"/>
          <p:cNvSpPr/>
          <p:nvPr/>
        </p:nvSpPr>
        <p:spPr>
          <a:xfrm>
            <a:off x="2274540" y="4729014"/>
            <a:ext cx="986061" cy="400050"/>
          </a:xfrm>
          <a:prstGeom prst="rect">
            <a:avLst/>
          </a:prstGeom>
          <a:noFill/>
          <a:ln/>
        </p:spPr>
        <p:txBody>
          <a:bodyPr wrap="square" lIns="171450" tIns="85725" rIns="171450" bIns="85725" rtlCol="0" anchor="t"/>
          <a:lstStyle/>
          <a:p>
            <a:pPr algn="l" indent="0" marL="0">
              <a:buNone/>
            </a:pPr>
            <a:r>
              <a:rPr lang="en-US" sz="1275" b="1" dirty="0">
                <a:solidFill>
                  <a:srgbClr val="2B2552"/>
                </a:solidFill>
                <a:latin typeface="Nunito" pitchFamily="34" charset="0"/>
                <a:ea typeface="Nunito" pitchFamily="34" charset="-122"/>
                <a:cs typeface="Nunito" pitchFamily="34" charset="-120"/>
              </a:rPr>
              <a:t>festival</a:t>
            </a:r>
            <a:endParaRPr lang="en-US" sz="1275" dirty="0"/>
          </a:p>
        </p:txBody>
      </p:sp>
      <p:sp>
        <p:nvSpPr>
          <p:cNvPr id="30" name="Text 28"/>
          <p:cNvSpPr/>
          <p:nvPr/>
        </p:nvSpPr>
        <p:spPr>
          <a:xfrm>
            <a:off x="3327946" y="4729014"/>
            <a:ext cx="1052163" cy="400050"/>
          </a:xfrm>
          <a:prstGeom prst="rect">
            <a:avLst/>
          </a:prstGeom>
          <a:noFill/>
          <a:ln/>
        </p:spPr>
        <p:txBody>
          <a:bodyPr wrap="square" lIns="171450" tIns="85725" rIns="171450" bIns="85725" rtlCol="0" anchor="t"/>
          <a:lstStyle/>
          <a:p>
            <a:pPr algn="l" indent="0" marL="0">
              <a:buNone/>
            </a:pPr>
            <a:r>
              <a:rPr lang="en-US" sz="1275" b="1" dirty="0">
                <a:solidFill>
                  <a:srgbClr val="2B2552"/>
                </a:solidFill>
                <a:latin typeface="Nunito" pitchFamily="34" charset="0"/>
                <a:ea typeface="Nunito" pitchFamily="34" charset="-122"/>
                <a:cs typeface="Nunito" pitchFamily="34" charset="-120"/>
              </a:rPr>
              <a:t>layer up</a:t>
            </a:r>
            <a:endParaRPr lang="en-US" sz="1275" dirty="0"/>
          </a:p>
        </p:txBody>
      </p:sp>
      <p:sp>
        <p:nvSpPr>
          <p:cNvPr id="31" name="Text 29"/>
          <p:cNvSpPr/>
          <p:nvPr/>
        </p:nvSpPr>
        <p:spPr>
          <a:xfrm>
            <a:off x="4444305" y="4729014"/>
            <a:ext cx="1136705" cy="400050"/>
          </a:xfrm>
          <a:prstGeom prst="rect">
            <a:avLst/>
          </a:prstGeom>
          <a:noFill/>
          <a:ln/>
        </p:spPr>
        <p:txBody>
          <a:bodyPr wrap="square" lIns="171450" tIns="85725" rIns="171450" bIns="85725" rtlCol="0" anchor="t"/>
          <a:lstStyle/>
          <a:p>
            <a:pPr algn="l" indent="0" marL="0">
              <a:buNone/>
            </a:pPr>
            <a:r>
              <a:rPr lang="en-US" sz="1275" b="1" dirty="0">
                <a:solidFill>
                  <a:srgbClr val="2B2552"/>
                </a:solidFill>
                <a:latin typeface="Nunito" pitchFamily="34" charset="0"/>
                <a:ea typeface="Nunito" pitchFamily="34" charset="-122"/>
                <a:cs typeface="Nunito" pitchFamily="34" charset="-120"/>
              </a:rPr>
              <a:t>outdoors</a:t>
            </a:r>
            <a:endParaRPr lang="en-US" sz="1275" dirty="0"/>
          </a:p>
        </p:txBody>
      </p:sp>
      <p:sp>
        <p:nvSpPr>
          <p:cNvPr id="32" name="Text 30"/>
          <p:cNvSpPr/>
          <p:nvPr/>
        </p:nvSpPr>
        <p:spPr>
          <a:xfrm>
            <a:off x="5641181" y="4729014"/>
            <a:ext cx="749625" cy="400050"/>
          </a:xfrm>
          <a:prstGeom prst="rect">
            <a:avLst/>
          </a:prstGeom>
          <a:noFill/>
          <a:ln/>
        </p:spPr>
        <p:txBody>
          <a:bodyPr wrap="square" lIns="171450" tIns="85725" rIns="171450" bIns="85725" rtlCol="0" anchor="t"/>
          <a:lstStyle/>
          <a:p>
            <a:pPr algn="l" indent="0" marL="0">
              <a:buNone/>
            </a:pPr>
            <a:r>
              <a:rPr lang="en-US" sz="1275" b="1" dirty="0">
                <a:solidFill>
                  <a:srgbClr val="2B2552"/>
                </a:solidFill>
                <a:latin typeface="Nunito" pitchFamily="34" charset="0"/>
                <a:ea typeface="Nunito" pitchFamily="34" charset="-122"/>
                <a:cs typeface="Nunito" pitchFamily="34" charset="-120"/>
              </a:rPr>
              <a:t>mild</a:t>
            </a:r>
            <a:endParaRPr lang="en-US" sz="1275" dirty="0"/>
          </a:p>
        </p:txBody>
      </p:sp>
      <p:sp>
        <p:nvSpPr>
          <p:cNvPr id="33" name="Text 31"/>
          <p:cNvSpPr/>
          <p:nvPr/>
        </p:nvSpPr>
        <p:spPr>
          <a:xfrm>
            <a:off x="1419225" y="5243364"/>
            <a:ext cx="1241093" cy="400050"/>
          </a:xfrm>
          <a:prstGeom prst="rect">
            <a:avLst/>
          </a:prstGeom>
          <a:noFill/>
          <a:ln/>
        </p:spPr>
        <p:txBody>
          <a:bodyPr wrap="square" lIns="171450" tIns="85725" rIns="171450" bIns="85725" rtlCol="0" anchor="t"/>
          <a:lstStyle/>
          <a:p>
            <a:pPr algn="l" indent="0" marL="0">
              <a:buNone/>
            </a:pPr>
            <a:r>
              <a:rPr lang="en-US" sz="1275" b="1" dirty="0">
                <a:solidFill>
                  <a:srgbClr val="2B2552"/>
                </a:solidFill>
                <a:latin typeface="Nunito" pitchFamily="34" charset="0"/>
                <a:ea typeface="Nunito" pitchFamily="34" charset="-122"/>
                <a:cs typeface="Nunito" pitchFamily="34" charset="-120"/>
              </a:rPr>
              <a:t>staycation</a:t>
            </a:r>
            <a:endParaRPr lang="en-US" sz="1275" dirty="0"/>
          </a:p>
        </p:txBody>
      </p:sp>
      <p:sp>
        <p:nvSpPr>
          <p:cNvPr id="34" name="Text 32"/>
          <p:cNvSpPr/>
          <p:nvPr/>
        </p:nvSpPr>
        <p:spPr>
          <a:xfrm>
            <a:off x="7305675" y="3351907"/>
            <a:ext cx="1358138" cy="295275"/>
          </a:xfrm>
          <a:prstGeom prst="rect">
            <a:avLst/>
          </a:prstGeom>
          <a:noFill/>
          <a:ln/>
        </p:spPr>
        <p:txBody>
          <a:bodyPr wrap="square" lIns="0" tIns="0" rIns="0" bIns="0" rtlCol="0" anchor="t"/>
          <a:lstStyle/>
          <a:p>
            <a:pPr algn="l" indent="0" marL="0">
              <a:spcBef>
                <a:spcPts val="1618"/>
              </a:spcBef>
              <a:spcAft>
                <a:spcPts val="1618"/>
              </a:spcAft>
              <a:buNone/>
            </a:pPr>
            <a:r>
              <a:rPr lang="en-US" sz="1950" b="1" dirty="0">
                <a:solidFill>
                  <a:srgbClr val="2B2552"/>
                </a:solidFill>
                <a:latin typeface="Fredoka" pitchFamily="34" charset="0"/>
                <a:ea typeface="Fredoka" pitchFamily="34" charset="-122"/>
                <a:cs typeface="Fredoka" pitchFamily="34" charset="-120"/>
              </a:rPr>
              <a:t>2 · Match it</a:t>
            </a:r>
            <a:endParaRPr lang="en-US" sz="1950" dirty="0"/>
          </a:p>
        </p:txBody>
      </p:sp>
      <p:sp>
        <p:nvSpPr>
          <p:cNvPr id="35" name="Text 33"/>
          <p:cNvSpPr/>
          <p:nvPr/>
        </p:nvSpPr>
        <p:spPr>
          <a:xfrm>
            <a:off x="11290399" y="3304282"/>
            <a:ext cx="1056695" cy="390525"/>
          </a:xfrm>
          <a:prstGeom prst="rect">
            <a:avLst/>
          </a:prstGeom>
          <a:noFill/>
          <a:ln/>
        </p:spPr>
        <p:txBody>
          <a:bodyPr wrap="square" lIns="171450" tIns="85725" rIns="171450" bIns="85725" rtlCol="0" anchor="t"/>
          <a:lstStyle/>
          <a:p>
            <a:pPr algn="l" indent="0" marL="0">
              <a:buNone/>
            </a:pPr>
            <a:r>
              <a:rPr lang="en-US" sz="1275" b="1" dirty="0">
                <a:solidFill>
                  <a:srgbClr val="0E8C6E"/>
                </a:solidFill>
                <a:latin typeface="Nunito" pitchFamily="34" charset="0"/>
                <a:ea typeface="Nunito" pitchFamily="34" charset="-122"/>
                <a:cs typeface="Nunito" pitchFamily="34" charset="-120"/>
              </a:rPr>
              <a:t>👥 Pairs</a:t>
            </a:r>
            <a:endParaRPr lang="en-US" sz="1275" dirty="0"/>
          </a:p>
        </p:txBody>
      </p:sp>
      <p:sp>
        <p:nvSpPr>
          <p:cNvPr id="36" name="Text 34"/>
          <p:cNvSpPr/>
          <p:nvPr/>
        </p:nvSpPr>
        <p:spPr>
          <a:xfrm>
            <a:off x="7305675" y="4005114"/>
            <a:ext cx="5240655" cy="419100"/>
          </a:xfrm>
          <a:prstGeom prst="rect">
            <a:avLst/>
          </a:prstGeom>
          <a:noFill/>
          <a:ln/>
        </p:spPr>
        <p:txBody>
          <a:bodyPr wrap="square" lIns="0" tIns="0" rIns="0" bIns="0" rtlCol="0" anchor="t"/>
          <a:lstStyle/>
          <a:p>
            <a:pPr algn="l" indent="0" marL="0">
              <a:spcBef>
                <a:spcPts val="1200"/>
              </a:spcBef>
              <a:spcAft>
                <a:spcPts val="1425"/>
              </a:spcAft>
              <a:buNone/>
            </a:pPr>
            <a:r>
              <a:rPr lang="en-US" sz="1425" dirty="0">
                <a:solidFill>
                  <a:srgbClr val="5B5478"/>
                </a:solidFill>
                <a:latin typeface="Nunito" pitchFamily="34" charset="0"/>
                <a:ea typeface="Nunito" pitchFamily="34" charset="-122"/>
                <a:cs typeface="Nunito" pitchFamily="34" charset="-120"/>
              </a:rPr>
              <a:t>Match each word to a meaning. Explain one answer to your partner.</a:t>
            </a:r>
            <a:endParaRPr lang="en-US" sz="1425" dirty="0"/>
          </a:p>
        </p:txBody>
      </p:sp>
      <p:sp>
        <p:nvSpPr>
          <p:cNvPr id="37" name="Text 35"/>
          <p:cNvSpPr/>
          <p:nvPr/>
        </p:nvSpPr>
        <p:spPr>
          <a:xfrm>
            <a:off x="7458075" y="4976664"/>
            <a:ext cx="2240280"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forecast</a:t>
            </a:r>
            <a:endParaRPr lang="en-US" sz="1350" dirty="0"/>
          </a:p>
        </p:txBody>
      </p:sp>
      <p:sp>
        <p:nvSpPr>
          <p:cNvPr id="38" name="Text 36"/>
          <p:cNvSpPr/>
          <p:nvPr/>
        </p:nvSpPr>
        <p:spPr>
          <a:xfrm>
            <a:off x="10010775" y="4976664"/>
            <a:ext cx="2240280" cy="200025"/>
          </a:xfrm>
          <a:prstGeom prst="rect">
            <a:avLst/>
          </a:prstGeom>
          <a:noFill/>
          <a:ln/>
        </p:spPr>
        <p:txBody>
          <a:bodyPr wrap="square" lIns="0" tIns="0" rIns="0" bIns="0" rtlCol="0" anchor="t"/>
          <a:lstStyle/>
          <a:p>
            <a:pPr algn="l" indent="0" marL="0">
              <a:spcBef>
                <a:spcPts val="1350"/>
              </a:spcBef>
              <a:spcAft>
                <a:spcPts val="1350"/>
              </a:spcAft>
              <a:buNone/>
            </a:pPr>
            <a:r>
              <a:rPr lang="en-US" sz="1350" dirty="0">
                <a:solidFill>
                  <a:srgbClr val="2B2552"/>
                </a:solidFill>
                <a:latin typeface="Nunito" pitchFamily="34" charset="0"/>
                <a:ea typeface="Nunito" pitchFamily="34" charset="-122"/>
                <a:cs typeface="Nunito" pitchFamily="34" charset="-120"/>
              </a:rPr>
              <a:t>a holiday near home</a:t>
            </a:r>
            <a:endParaRPr lang="en-US" sz="1350" dirty="0"/>
          </a:p>
        </p:txBody>
      </p:sp>
      <p:sp>
        <p:nvSpPr>
          <p:cNvPr id="39" name="Text 37"/>
          <p:cNvSpPr/>
          <p:nvPr/>
        </p:nvSpPr>
        <p:spPr>
          <a:xfrm>
            <a:off x="7458075" y="5938689"/>
            <a:ext cx="2240280"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cozy</a:t>
            </a:r>
            <a:endParaRPr lang="en-US" sz="1350" dirty="0"/>
          </a:p>
        </p:txBody>
      </p:sp>
      <p:sp>
        <p:nvSpPr>
          <p:cNvPr id="40" name="Text 38"/>
          <p:cNvSpPr/>
          <p:nvPr/>
        </p:nvSpPr>
        <p:spPr>
          <a:xfrm>
            <a:off x="10010775" y="5938689"/>
            <a:ext cx="2240280" cy="200025"/>
          </a:xfrm>
          <a:prstGeom prst="rect">
            <a:avLst/>
          </a:prstGeom>
          <a:noFill/>
          <a:ln/>
        </p:spPr>
        <p:txBody>
          <a:bodyPr wrap="square" lIns="0" tIns="0" rIns="0" bIns="0" rtlCol="0" anchor="t"/>
          <a:lstStyle/>
          <a:p>
            <a:pPr algn="l" indent="0" marL="0">
              <a:spcBef>
                <a:spcPts val="1350"/>
              </a:spcBef>
              <a:spcAft>
                <a:spcPts val="1350"/>
              </a:spcAft>
              <a:buNone/>
            </a:pPr>
            <a:r>
              <a:rPr lang="en-US" sz="1350" dirty="0">
                <a:solidFill>
                  <a:srgbClr val="2B2552"/>
                </a:solidFill>
                <a:latin typeface="Nunito" pitchFamily="34" charset="0"/>
                <a:ea typeface="Nunito" pitchFamily="34" charset="-122"/>
                <a:cs typeface="Nunito" pitchFamily="34" charset="-120"/>
              </a:rPr>
              <a:t>weather prediction</a:t>
            </a:r>
            <a:endParaRPr lang="en-US" sz="1350" dirty="0"/>
          </a:p>
        </p:txBody>
      </p:sp>
      <p:sp>
        <p:nvSpPr>
          <p:cNvPr id="41" name="Text 39"/>
          <p:cNvSpPr/>
          <p:nvPr/>
        </p:nvSpPr>
        <p:spPr>
          <a:xfrm>
            <a:off x="7458075" y="6900714"/>
            <a:ext cx="2240280"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staycation</a:t>
            </a:r>
            <a:endParaRPr lang="en-US" sz="1350" dirty="0"/>
          </a:p>
        </p:txBody>
      </p:sp>
      <p:sp>
        <p:nvSpPr>
          <p:cNvPr id="42" name="Text 40"/>
          <p:cNvSpPr/>
          <p:nvPr/>
        </p:nvSpPr>
        <p:spPr>
          <a:xfrm>
            <a:off x="10010775" y="6900714"/>
            <a:ext cx="2240280" cy="200025"/>
          </a:xfrm>
          <a:prstGeom prst="rect">
            <a:avLst/>
          </a:prstGeom>
          <a:noFill/>
          <a:ln/>
        </p:spPr>
        <p:txBody>
          <a:bodyPr wrap="square" lIns="0" tIns="0" rIns="0" bIns="0" rtlCol="0" anchor="t"/>
          <a:lstStyle/>
          <a:p>
            <a:pPr algn="l" indent="0" marL="0">
              <a:spcBef>
                <a:spcPts val="1350"/>
              </a:spcBef>
              <a:spcAft>
                <a:spcPts val="1350"/>
              </a:spcAft>
              <a:buNone/>
            </a:pPr>
            <a:r>
              <a:rPr lang="en-US" sz="1350" dirty="0">
                <a:solidFill>
                  <a:srgbClr val="2B2552"/>
                </a:solidFill>
                <a:latin typeface="Nunito" pitchFamily="34" charset="0"/>
                <a:ea typeface="Nunito" pitchFamily="34" charset="-122"/>
                <a:cs typeface="Nunito" pitchFamily="34" charset="-120"/>
              </a:rPr>
              <a:t>warm &amp; relaxing</a:t>
            </a:r>
            <a:endParaRPr lang="en-US" sz="1350" dirty="0"/>
          </a:p>
        </p:txBody>
      </p:sp>
      <p:sp>
        <p:nvSpPr>
          <p:cNvPr id="43" name="Text 41"/>
          <p:cNvSpPr/>
          <p:nvPr/>
        </p:nvSpPr>
        <p:spPr>
          <a:xfrm>
            <a:off x="1457325" y="8253264"/>
            <a:ext cx="1219215"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3 · SPEAK IT</a:t>
            </a:r>
            <a:endParaRPr lang="en-US" sz="1050" dirty="0"/>
          </a:p>
        </p:txBody>
      </p:sp>
      <p:sp>
        <p:nvSpPr>
          <p:cNvPr id="44" name="Text 42"/>
          <p:cNvSpPr/>
          <p:nvPr/>
        </p:nvSpPr>
        <p:spPr>
          <a:xfrm>
            <a:off x="1457325" y="8491389"/>
            <a:ext cx="11431429" cy="228600"/>
          </a:xfrm>
          <a:prstGeom prst="rect">
            <a:avLst/>
          </a:prstGeom>
          <a:noFill/>
          <a:ln/>
        </p:spPr>
        <p:txBody>
          <a:bodyPr wrap="square" lIns="0" tIns="0" rIns="0" bIns="0" rtlCol="0" anchor="t"/>
          <a:lstStyle/>
          <a:p>
            <a:pPr algn="l" indent="0" marL="0">
              <a:spcBef>
                <a:spcPts val="600"/>
              </a:spcBef>
              <a:spcAft>
                <a:spcPts val="1575"/>
              </a:spcAft>
              <a:buNone/>
            </a:pPr>
            <a:r>
              <a:rPr lang="en-US" sz="1575" dirty="0">
                <a:solidFill>
                  <a:srgbClr val="2B2552"/>
                </a:solidFill>
                <a:latin typeface="Nunito" pitchFamily="34" charset="0"/>
                <a:ea typeface="Nunito" pitchFamily="34" charset="-122"/>
                <a:cs typeface="Nunito" pitchFamily="34" charset="-120"/>
              </a:rPr>
              <a:t>Choose one word and finish: </a:t>
            </a:r>
            <a:pPr algn="l" indent="0" marL="0">
              <a:spcBef>
                <a:spcPts val="600"/>
              </a:spcBef>
              <a:spcAft>
                <a:spcPts val="1575"/>
              </a:spcAft>
              <a:buNone/>
            </a:pPr>
            <a:r>
              <a:rPr lang="en-US" sz="1575" b="1" dirty="0">
                <a:solidFill>
                  <a:srgbClr val="0E8C6E"/>
                </a:solidFill>
                <a:latin typeface="Nunito" pitchFamily="34" charset="0"/>
                <a:ea typeface="Nunito" pitchFamily="34" charset="-122"/>
                <a:cs typeface="Nunito" pitchFamily="34" charset="-120"/>
              </a:rPr>
              <a:t>“Recently, I have ___.”</a:t>
            </a:r>
            <a:pPr algn="l" indent="0" marL="0">
              <a:spcBef>
                <a:spcPts val="600"/>
              </a:spcBef>
              <a:spcAft>
                <a:spcPts val="1575"/>
              </a:spcAft>
              <a:buNone/>
            </a:pPr>
            <a:r>
              <a:rPr lang="en-US" sz="1575" dirty="0">
                <a:solidFill>
                  <a:srgbClr val="2B2552"/>
                </a:solidFill>
                <a:latin typeface="Nunito" pitchFamily="34" charset="0"/>
                <a:ea typeface="Nunito" pitchFamily="34" charset="-122"/>
                <a:cs typeface="Nunito" pitchFamily="34" charset="-120"/>
              </a:rPr>
              <a:t> or </a:t>
            </a:r>
            <a:pPr algn="l" indent="0" marL="0">
              <a:spcBef>
                <a:spcPts val="600"/>
              </a:spcBef>
              <a:spcAft>
                <a:spcPts val="1575"/>
              </a:spcAft>
              <a:buNone/>
            </a:pPr>
            <a:r>
              <a:rPr lang="en-US" sz="1575" b="1" dirty="0">
                <a:solidFill>
                  <a:srgbClr val="0E8C6E"/>
                </a:solidFill>
                <a:latin typeface="Nunito" pitchFamily="34" charset="0"/>
                <a:ea typeface="Nunito" pitchFamily="34" charset="-122"/>
                <a:cs typeface="Nunito" pitchFamily="34" charset="-120"/>
              </a:rPr>
              <a:t>“This week, I am ___.”</a:t>
            </a:r>
            <a:endParaRPr lang="en-US" sz="15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334750" y="1047750"/>
            <a:ext cx="1143000" cy="1143000"/>
          </a:xfrm>
          <a:prstGeom prst="roundRect">
            <a:avLst>
              <a:gd name="adj" fmla="val 832500"/>
            </a:avLst>
          </a:prstGeom>
          <a:solidFill>
            <a:srgbClr val="FFC83D"/>
          </a:solidFill>
          <a:ln/>
        </p:spPr>
      </p:sp>
      <p:sp>
        <p:nvSpPr>
          <p:cNvPr id="4" name="Shape 2"/>
          <p:cNvSpPr/>
          <p:nvPr/>
        </p:nvSpPr>
        <p:spPr>
          <a:xfrm>
            <a:off x="1123950" y="3174950"/>
            <a:ext cx="3644801" cy="3505051"/>
          </a:xfrm>
          <a:prstGeom prst="roundRect">
            <a:avLst>
              <a:gd name="adj" fmla="val 7066"/>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5035451" y="3174950"/>
            <a:ext cx="3644950" cy="3505051"/>
          </a:xfrm>
          <a:prstGeom prst="roundRect">
            <a:avLst>
              <a:gd name="adj" fmla="val 7066"/>
            </a:avLst>
          </a:prstGeom>
          <a:solidFill>
            <a:srgbClr val="FFFFFF"/>
          </a:solidFill>
          <a:ln/>
          <a:effectLst>
            <a:outerShdw sx="100000" sy="100000" kx="0" ky="0" algn="bl" rotWithShape="0" blurRad="285750" dist="133350" dir="5400000">
              <a:srgbClr val="FF6F91">
                <a:alpha val="18000"/>
              </a:srgbClr>
            </a:outerShdw>
          </a:effectLst>
        </p:spPr>
      </p:sp>
      <p:sp>
        <p:nvSpPr>
          <p:cNvPr id="6" name="Shape 4"/>
          <p:cNvSpPr/>
          <p:nvPr/>
        </p:nvSpPr>
        <p:spPr>
          <a:xfrm>
            <a:off x="8947100" y="3174950"/>
            <a:ext cx="3644801" cy="3505051"/>
          </a:xfrm>
          <a:prstGeom prst="roundRect">
            <a:avLst>
              <a:gd name="adj" fmla="val 7066"/>
            </a:avLst>
          </a:prstGeom>
          <a:solidFill>
            <a:srgbClr val="FFFFFF"/>
          </a:solidFill>
          <a:ln/>
          <a:effectLst>
            <a:outerShdw sx="100000" sy="100000" kx="0" ky="0" algn="bl" rotWithShape="0" blurRad="285750" dist="133350" dir="5400000">
              <a:srgbClr val="FFC83D">
                <a:alpha val="20000"/>
              </a:srgbClr>
            </a:outerShdw>
          </a:effectLst>
        </p:spPr>
      </p:sp>
      <p:sp>
        <p:nvSpPr>
          <p:cNvPr id="7" name="Shape 5"/>
          <p:cNvSpPr/>
          <p:nvPr/>
        </p:nvSpPr>
        <p:spPr>
          <a:xfrm>
            <a:off x="1115930" y="6961006"/>
            <a:ext cx="11484141" cy="1219166"/>
          </a:xfrm>
          <a:prstGeom prst="roundRect">
            <a:avLst>
              <a:gd name="adj" fmla="val 12500"/>
            </a:avLst>
          </a:prstGeom>
          <a:solidFill>
            <a:srgbClr val="FFF4CC"/>
          </a:solidFill>
          <a:ln w="19050">
            <a:solidFill>
              <a:srgbClr val="F2C94C"/>
            </a:solidFill>
            <a:prstDash val="solid"/>
          </a:ln>
        </p:spPr>
      </p:sp>
      <p:sp>
        <p:nvSpPr>
          <p:cNvPr id="8" name="Shape 6"/>
          <p:cNvSpPr/>
          <p:nvPr/>
        </p:nvSpPr>
        <p:spPr>
          <a:xfrm>
            <a:off x="1123950" y="3217813"/>
            <a:ext cx="3644801" cy="0"/>
          </a:xfrm>
          <a:prstGeom prst="line">
            <a:avLst/>
          </a:prstGeom>
          <a:noFill/>
          <a:ln w="85725">
            <a:solidFill>
              <a:srgbClr val="7C5CFC"/>
            </a:solidFill>
            <a:prstDash val="solid"/>
          </a:ln>
        </p:spPr>
      </p:sp>
      <p:sp>
        <p:nvSpPr>
          <p:cNvPr id="9" name="Shape 7"/>
          <p:cNvSpPr/>
          <p:nvPr/>
        </p:nvSpPr>
        <p:spPr>
          <a:xfrm>
            <a:off x="4754463" y="3174950"/>
            <a:ext cx="0" cy="3505051"/>
          </a:xfrm>
          <a:prstGeom prst="line">
            <a:avLst/>
          </a:prstGeom>
          <a:noFill/>
          <a:ln w="28575">
            <a:solidFill>
              <a:srgbClr val="EFE7FF"/>
            </a:solidFill>
            <a:prstDash val="solid"/>
          </a:ln>
        </p:spPr>
      </p:sp>
      <p:sp>
        <p:nvSpPr>
          <p:cNvPr id="10" name="Shape 8"/>
          <p:cNvSpPr/>
          <p:nvPr/>
        </p:nvSpPr>
        <p:spPr>
          <a:xfrm>
            <a:off x="1123950" y="6665714"/>
            <a:ext cx="3644801" cy="0"/>
          </a:xfrm>
          <a:prstGeom prst="line">
            <a:avLst/>
          </a:prstGeom>
          <a:noFill/>
          <a:ln w="28575">
            <a:solidFill>
              <a:srgbClr val="EFE7FF"/>
            </a:solidFill>
            <a:prstDash val="solid"/>
          </a:ln>
        </p:spPr>
      </p:sp>
      <p:sp>
        <p:nvSpPr>
          <p:cNvPr id="11" name="Shape 9"/>
          <p:cNvSpPr/>
          <p:nvPr/>
        </p:nvSpPr>
        <p:spPr>
          <a:xfrm>
            <a:off x="1138238" y="3174950"/>
            <a:ext cx="0" cy="3505051"/>
          </a:xfrm>
          <a:prstGeom prst="line">
            <a:avLst/>
          </a:prstGeom>
          <a:noFill/>
          <a:ln w="28575">
            <a:solidFill>
              <a:srgbClr val="EFE7FF"/>
            </a:solidFill>
            <a:prstDash val="solid"/>
          </a:ln>
        </p:spPr>
      </p:sp>
      <p:sp>
        <p:nvSpPr>
          <p:cNvPr id="12" name="Shape 10"/>
          <p:cNvSpPr/>
          <p:nvPr/>
        </p:nvSpPr>
        <p:spPr>
          <a:xfrm>
            <a:off x="5035451" y="3217813"/>
            <a:ext cx="3644950" cy="0"/>
          </a:xfrm>
          <a:prstGeom prst="line">
            <a:avLst/>
          </a:prstGeom>
          <a:noFill/>
          <a:ln w="85725">
            <a:solidFill>
              <a:srgbClr val="FF6F91"/>
            </a:solidFill>
            <a:prstDash val="solid"/>
          </a:ln>
        </p:spPr>
      </p:sp>
      <p:sp>
        <p:nvSpPr>
          <p:cNvPr id="13" name="Shape 11"/>
          <p:cNvSpPr/>
          <p:nvPr/>
        </p:nvSpPr>
        <p:spPr>
          <a:xfrm>
            <a:off x="8666113" y="3174950"/>
            <a:ext cx="0" cy="3505051"/>
          </a:xfrm>
          <a:prstGeom prst="line">
            <a:avLst/>
          </a:prstGeom>
          <a:noFill/>
          <a:ln w="28575">
            <a:solidFill>
              <a:srgbClr val="EFE7FF"/>
            </a:solidFill>
            <a:prstDash val="solid"/>
          </a:ln>
        </p:spPr>
      </p:sp>
      <p:sp>
        <p:nvSpPr>
          <p:cNvPr id="14" name="Shape 12"/>
          <p:cNvSpPr/>
          <p:nvPr/>
        </p:nvSpPr>
        <p:spPr>
          <a:xfrm>
            <a:off x="5035451" y="6665714"/>
            <a:ext cx="3644950" cy="0"/>
          </a:xfrm>
          <a:prstGeom prst="line">
            <a:avLst/>
          </a:prstGeom>
          <a:noFill/>
          <a:ln w="28575">
            <a:solidFill>
              <a:srgbClr val="EFE7FF"/>
            </a:solidFill>
            <a:prstDash val="solid"/>
          </a:ln>
        </p:spPr>
      </p:sp>
      <p:sp>
        <p:nvSpPr>
          <p:cNvPr id="15" name="Shape 13"/>
          <p:cNvSpPr/>
          <p:nvPr/>
        </p:nvSpPr>
        <p:spPr>
          <a:xfrm>
            <a:off x="5049738" y="3174950"/>
            <a:ext cx="0" cy="3505051"/>
          </a:xfrm>
          <a:prstGeom prst="line">
            <a:avLst/>
          </a:prstGeom>
          <a:noFill/>
          <a:ln w="28575">
            <a:solidFill>
              <a:srgbClr val="EFE7FF"/>
            </a:solidFill>
            <a:prstDash val="solid"/>
          </a:ln>
        </p:spPr>
      </p:sp>
      <p:sp>
        <p:nvSpPr>
          <p:cNvPr id="16" name="Shape 14"/>
          <p:cNvSpPr/>
          <p:nvPr/>
        </p:nvSpPr>
        <p:spPr>
          <a:xfrm>
            <a:off x="8947100" y="3217813"/>
            <a:ext cx="3644801" cy="0"/>
          </a:xfrm>
          <a:prstGeom prst="line">
            <a:avLst/>
          </a:prstGeom>
          <a:noFill/>
          <a:ln w="85725">
            <a:solidFill>
              <a:srgbClr val="FFC83D"/>
            </a:solidFill>
            <a:prstDash val="solid"/>
          </a:ln>
        </p:spPr>
      </p:sp>
      <p:sp>
        <p:nvSpPr>
          <p:cNvPr id="17" name="Shape 15"/>
          <p:cNvSpPr/>
          <p:nvPr/>
        </p:nvSpPr>
        <p:spPr>
          <a:xfrm>
            <a:off x="12577614" y="3174950"/>
            <a:ext cx="0" cy="3505051"/>
          </a:xfrm>
          <a:prstGeom prst="line">
            <a:avLst/>
          </a:prstGeom>
          <a:noFill/>
          <a:ln w="28575">
            <a:solidFill>
              <a:srgbClr val="EFE7FF"/>
            </a:solidFill>
            <a:prstDash val="solid"/>
          </a:ln>
        </p:spPr>
      </p:sp>
      <p:sp>
        <p:nvSpPr>
          <p:cNvPr id="18" name="Shape 16"/>
          <p:cNvSpPr/>
          <p:nvPr/>
        </p:nvSpPr>
        <p:spPr>
          <a:xfrm>
            <a:off x="8947100" y="6665714"/>
            <a:ext cx="3644801" cy="0"/>
          </a:xfrm>
          <a:prstGeom prst="line">
            <a:avLst/>
          </a:prstGeom>
          <a:noFill/>
          <a:ln w="28575">
            <a:solidFill>
              <a:srgbClr val="EFE7FF"/>
            </a:solidFill>
            <a:prstDash val="solid"/>
          </a:ln>
        </p:spPr>
      </p:sp>
      <p:sp>
        <p:nvSpPr>
          <p:cNvPr id="19" name="Shape 17"/>
          <p:cNvSpPr/>
          <p:nvPr/>
        </p:nvSpPr>
        <p:spPr>
          <a:xfrm>
            <a:off x="8961388" y="3174950"/>
            <a:ext cx="0" cy="3505051"/>
          </a:xfrm>
          <a:prstGeom prst="line">
            <a:avLst/>
          </a:prstGeom>
          <a:noFill/>
          <a:ln w="28575">
            <a:solidFill>
              <a:srgbClr val="EFE7FF"/>
            </a:solidFill>
            <a:prstDash val="solid"/>
          </a:ln>
        </p:spPr>
      </p:sp>
      <p:sp>
        <p:nvSpPr>
          <p:cNvPr id="20" name="Text 18"/>
          <p:cNvSpPr/>
          <p:nvPr/>
        </p:nvSpPr>
        <p:spPr>
          <a:xfrm>
            <a:off x="1123950" y="1123950"/>
            <a:ext cx="2224028" cy="295275"/>
          </a:xfrm>
          <a:prstGeom prst="rect">
            <a:avLst/>
          </a:prstGeom>
          <a:noFill/>
          <a:ln/>
        </p:spPr>
        <p:txBody>
          <a:bodyPr wrap="square" lIns="171450" tIns="66675" rIns="171450" bIns="66675" rtlCol="0" anchor="t"/>
          <a:lstStyle/>
          <a:p>
            <a:pPr algn="l" indent="0" marL="0">
              <a:buNone/>
            </a:pPr>
            <a:r>
              <a:rPr lang="en-US" sz="1125" b="1" dirty="0">
                <a:solidFill>
                  <a:srgbClr val="7C5CFC"/>
                </a:solidFill>
                <a:latin typeface="Fredoka" pitchFamily="34" charset="0"/>
                <a:ea typeface="Fredoka" pitchFamily="34" charset="-122"/>
                <a:cs typeface="Fredoka" pitchFamily="34" charset="-120"/>
              </a:rPr>
              <a:t>LESSON OBJECTIVES</a:t>
            </a:r>
            <a:endParaRPr lang="en-US" sz="1125" dirty="0"/>
          </a:p>
        </p:txBody>
      </p:sp>
      <p:sp>
        <p:nvSpPr>
          <p:cNvPr id="21" name="Text 19"/>
          <p:cNvSpPr/>
          <p:nvPr/>
        </p:nvSpPr>
        <p:spPr>
          <a:xfrm>
            <a:off x="1123950" y="1533525"/>
            <a:ext cx="5032817" cy="534888"/>
          </a:xfrm>
          <a:prstGeom prst="rect">
            <a:avLst/>
          </a:prstGeom>
          <a:noFill/>
          <a:ln/>
        </p:spPr>
        <p:txBody>
          <a:bodyPr wrap="square" lIns="0" tIns="0" rIns="0" bIns="0" rtlCol="0" anchor="t"/>
          <a:lstStyle/>
          <a:p>
            <a:pPr algn="l" indent="0" marL="0">
              <a:lnSpc>
                <a:spcPts val="4212"/>
              </a:lnSpc>
              <a:spcBef>
                <a:spcPts val="900"/>
              </a:spcBef>
              <a:spcAft>
                <a:spcPts val="2714"/>
              </a:spcAft>
              <a:buNone/>
            </a:pPr>
            <a:r>
              <a:rPr lang="en-US" sz="4050" b="1" dirty="0">
                <a:solidFill>
                  <a:srgbClr val="2B2552"/>
                </a:solidFill>
                <a:latin typeface="Fredoka" pitchFamily="34" charset="0"/>
                <a:ea typeface="Fredoka" pitchFamily="34" charset="-122"/>
                <a:cs typeface="Fredoka" pitchFamily="34" charset="-120"/>
              </a:rPr>
              <a:t>Today’s Mission 🎯</a:t>
            </a:r>
            <a:endParaRPr lang="en-US" sz="4050" dirty="0"/>
          </a:p>
        </p:txBody>
      </p:sp>
      <p:sp>
        <p:nvSpPr>
          <p:cNvPr id="22" name="Text 20"/>
          <p:cNvSpPr/>
          <p:nvPr/>
        </p:nvSpPr>
        <p:spPr>
          <a:xfrm rot="21420000">
            <a:off x="11373817" y="1563588"/>
            <a:ext cx="1280160" cy="409575"/>
          </a:xfrm>
          <a:prstGeom prst="rect">
            <a:avLst/>
          </a:prstGeom>
          <a:noFill/>
          <a:ln/>
        </p:spPr>
        <p:txBody>
          <a:bodyPr wrap="square" lIns="190500" tIns="95250" rIns="190500" bIns="95250" rtlCol="0" anchor="t"/>
          <a:lstStyle/>
          <a:p>
            <a:pPr algn="l" indent="0" marL="0">
              <a:buNone/>
            </a:pPr>
            <a:r>
              <a:rPr lang="en-US" sz="1500" b="1" dirty="0">
                <a:solidFill>
                  <a:srgbClr val="FFFFFF"/>
                </a:solidFill>
                <a:latin typeface="Fredoka" pitchFamily="34" charset="0"/>
                <a:ea typeface="Fredoka" pitchFamily="34" charset="-122"/>
                <a:cs typeface="Fredoka" pitchFamily="34" charset="-120"/>
              </a:rPr>
              <a:t>Level up!</a:t>
            </a:r>
            <a:endParaRPr lang="en-US" sz="1500" dirty="0"/>
          </a:p>
        </p:txBody>
      </p:sp>
      <p:sp>
        <p:nvSpPr>
          <p:cNvPr id="23" name="Text 21"/>
          <p:cNvSpPr/>
          <p:nvPr/>
        </p:nvSpPr>
        <p:spPr>
          <a:xfrm>
            <a:off x="1123950" y="2565350"/>
            <a:ext cx="12041505" cy="228600"/>
          </a:xfrm>
          <a:prstGeom prst="rect">
            <a:avLst/>
          </a:prstGeom>
          <a:noFill/>
          <a:ln/>
        </p:spPr>
        <p:txBody>
          <a:bodyPr wrap="square" lIns="0" tIns="0" rIns="0" bIns="0" rtlCol="0" anchor="t"/>
          <a:lstStyle/>
          <a:p>
            <a:pPr algn="l" indent="0" marL="0">
              <a:spcBef>
                <a:spcPts val="1200"/>
              </a:spcBef>
              <a:spcAft>
                <a:spcPts val="1575"/>
              </a:spcAft>
              <a:buNone/>
            </a:pPr>
            <a:r>
              <a:rPr lang="en-US" sz="1575" b="1" dirty="0">
                <a:solidFill>
                  <a:srgbClr val="5B5478"/>
                </a:solidFill>
                <a:latin typeface="Nunito" pitchFamily="34" charset="0"/>
                <a:ea typeface="Nunito" pitchFamily="34" charset="-122"/>
                <a:cs typeface="Nunito" pitchFamily="34" charset="-120"/>
              </a:rPr>
              <a:t>By the end of the lesson, you’ll turn real life into clear English.</a:t>
            </a:r>
            <a:endParaRPr lang="en-US" sz="1575" dirty="0"/>
          </a:p>
        </p:txBody>
      </p:sp>
      <p:sp>
        <p:nvSpPr>
          <p:cNvPr id="24" name="Text 22"/>
          <p:cNvSpPr/>
          <p:nvPr/>
        </p:nvSpPr>
        <p:spPr>
          <a:xfrm>
            <a:off x="1419225" y="4022675"/>
            <a:ext cx="3206963" cy="571500"/>
          </a:xfrm>
          <a:prstGeom prst="rect">
            <a:avLst/>
          </a:prstGeom>
          <a:noFill/>
          <a:ln/>
        </p:spPr>
        <p:txBody>
          <a:bodyPr wrap="square" lIns="0" tIns="0" rIns="0" bIns="0" rtlCol="0" anchor="t"/>
          <a:lstStyle/>
          <a:p>
            <a:pPr algn="l" indent="0" marL="0">
              <a:spcBef>
                <a:spcPts val="3900"/>
              </a:spcBef>
              <a:spcAft>
                <a:spcPts val="3900"/>
              </a:spcAft>
              <a:buNone/>
            </a:pPr>
            <a:r>
              <a:rPr lang="en-US" sz="3900" b="1" dirty="0">
                <a:solidFill>
                  <a:srgbClr val="7C5CFC"/>
                </a:solidFill>
                <a:latin typeface="Fredoka" pitchFamily="34" charset="0"/>
                <a:ea typeface="Fredoka" pitchFamily="34" charset="-122"/>
                <a:cs typeface="Fredoka" pitchFamily="34" charset="-120"/>
              </a:rPr>
              <a:t>01</a:t>
            </a:r>
            <a:endParaRPr lang="en-US" sz="3900" dirty="0"/>
          </a:p>
        </p:txBody>
      </p:sp>
      <p:sp>
        <p:nvSpPr>
          <p:cNvPr id="25" name="Text 23"/>
          <p:cNvSpPr/>
          <p:nvPr/>
        </p:nvSpPr>
        <p:spPr>
          <a:xfrm>
            <a:off x="1419225" y="5089475"/>
            <a:ext cx="3206963" cy="304800"/>
          </a:xfrm>
          <a:prstGeom prst="rect">
            <a:avLst/>
          </a:prstGeom>
          <a:noFill/>
          <a:ln/>
        </p:spPr>
        <p:txBody>
          <a:bodyPr wrap="square" lIns="0" tIns="0" rIns="0" bIns="0" rtlCol="0" anchor="t"/>
          <a:lstStyle/>
          <a:p>
            <a:pPr algn="l" indent="0" marL="0">
              <a:spcBef>
                <a:spcPts val="1200"/>
              </a:spcBef>
              <a:spcAft>
                <a:spcPts val="1743"/>
              </a:spcAft>
              <a:buNone/>
            </a:pPr>
            <a:r>
              <a:rPr lang="en-US" sz="2100" b="1" dirty="0">
                <a:solidFill>
                  <a:srgbClr val="2B2552"/>
                </a:solidFill>
                <a:latin typeface="Fredoka" pitchFamily="34" charset="0"/>
                <a:ea typeface="Fredoka" pitchFamily="34" charset="-122"/>
                <a:cs typeface="Fredoka" pitchFamily="34" charset="-120"/>
              </a:rPr>
              <a:t>Learn</a:t>
            </a:r>
            <a:endParaRPr lang="en-US" sz="2100" dirty="0"/>
          </a:p>
        </p:txBody>
      </p:sp>
      <p:sp>
        <p:nvSpPr>
          <p:cNvPr id="26" name="Text 24"/>
          <p:cNvSpPr/>
          <p:nvPr/>
        </p:nvSpPr>
        <p:spPr>
          <a:xfrm>
            <a:off x="1419225" y="5615583"/>
            <a:ext cx="3206963" cy="588169"/>
          </a:xfrm>
          <a:prstGeom prst="rect">
            <a:avLst/>
          </a:prstGeom>
          <a:noFill/>
          <a:ln/>
        </p:spPr>
        <p:txBody>
          <a:bodyPr wrap="square" lIns="0" tIns="0" rIns="0" bIns="0" rtlCol="0" anchor="t"/>
          <a:lstStyle/>
          <a:p>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Review the form and meaning of eight key grammar structures.</a:t>
            </a:r>
            <a:endParaRPr lang="en-US" sz="1425" dirty="0"/>
          </a:p>
        </p:txBody>
      </p:sp>
      <p:sp>
        <p:nvSpPr>
          <p:cNvPr id="27" name="Text 25"/>
          <p:cNvSpPr/>
          <p:nvPr/>
        </p:nvSpPr>
        <p:spPr>
          <a:xfrm>
            <a:off x="5330726" y="4022675"/>
            <a:ext cx="3207120" cy="571500"/>
          </a:xfrm>
          <a:prstGeom prst="rect">
            <a:avLst/>
          </a:prstGeom>
          <a:noFill/>
          <a:ln/>
        </p:spPr>
        <p:txBody>
          <a:bodyPr wrap="square" lIns="0" tIns="0" rIns="0" bIns="0" rtlCol="0" anchor="t"/>
          <a:lstStyle/>
          <a:p>
            <a:pPr algn="l" indent="0" marL="0">
              <a:spcBef>
                <a:spcPts val="3900"/>
              </a:spcBef>
              <a:spcAft>
                <a:spcPts val="3900"/>
              </a:spcAft>
              <a:buNone/>
            </a:pPr>
            <a:r>
              <a:rPr lang="en-US" sz="3900" b="1" dirty="0">
                <a:solidFill>
                  <a:srgbClr val="FF6F91"/>
                </a:solidFill>
                <a:latin typeface="Fredoka" pitchFamily="34" charset="0"/>
                <a:ea typeface="Fredoka" pitchFamily="34" charset="-122"/>
                <a:cs typeface="Fredoka" pitchFamily="34" charset="-120"/>
              </a:rPr>
              <a:t>02</a:t>
            </a:r>
            <a:endParaRPr lang="en-US" sz="3900" dirty="0"/>
          </a:p>
        </p:txBody>
      </p:sp>
      <p:sp>
        <p:nvSpPr>
          <p:cNvPr id="28" name="Text 26"/>
          <p:cNvSpPr/>
          <p:nvPr/>
        </p:nvSpPr>
        <p:spPr>
          <a:xfrm>
            <a:off x="5330726" y="5089475"/>
            <a:ext cx="3207120" cy="304800"/>
          </a:xfrm>
          <a:prstGeom prst="rect">
            <a:avLst/>
          </a:prstGeom>
          <a:noFill/>
          <a:ln/>
        </p:spPr>
        <p:txBody>
          <a:bodyPr wrap="square" lIns="0" tIns="0" rIns="0" bIns="0" rtlCol="0" anchor="t"/>
          <a:lstStyle/>
          <a:p>
            <a:pPr algn="l" indent="0" marL="0">
              <a:spcBef>
                <a:spcPts val="1200"/>
              </a:spcBef>
              <a:spcAft>
                <a:spcPts val="1743"/>
              </a:spcAft>
              <a:buNone/>
            </a:pPr>
            <a:r>
              <a:rPr lang="en-US" sz="2100" b="1" dirty="0">
                <a:solidFill>
                  <a:srgbClr val="2B2552"/>
                </a:solidFill>
                <a:latin typeface="Fredoka" pitchFamily="34" charset="0"/>
                <a:ea typeface="Fredoka" pitchFamily="34" charset="-122"/>
                <a:cs typeface="Fredoka" pitchFamily="34" charset="-120"/>
              </a:rPr>
              <a:t>Practice</a:t>
            </a:r>
            <a:endParaRPr lang="en-US" sz="2100" dirty="0"/>
          </a:p>
        </p:txBody>
      </p:sp>
      <p:sp>
        <p:nvSpPr>
          <p:cNvPr id="29" name="Text 27"/>
          <p:cNvSpPr/>
          <p:nvPr/>
        </p:nvSpPr>
        <p:spPr>
          <a:xfrm>
            <a:off x="5330726" y="5615583"/>
            <a:ext cx="3207120" cy="588169"/>
          </a:xfrm>
          <a:prstGeom prst="rect">
            <a:avLst/>
          </a:prstGeom>
          <a:noFill/>
          <a:ln/>
        </p:spPr>
        <p:txBody>
          <a:bodyPr wrap="square" lIns="0" tIns="0" rIns="0" bIns="0" rtlCol="0" anchor="t"/>
          <a:lstStyle/>
          <a:p>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Notice, choose, complete, correct, and build accurate sentences.</a:t>
            </a:r>
            <a:endParaRPr lang="en-US" sz="1425" dirty="0"/>
          </a:p>
        </p:txBody>
      </p:sp>
      <p:sp>
        <p:nvSpPr>
          <p:cNvPr id="30" name="Text 28"/>
          <p:cNvSpPr/>
          <p:nvPr/>
        </p:nvSpPr>
        <p:spPr>
          <a:xfrm>
            <a:off x="9242375" y="4022675"/>
            <a:ext cx="3206963" cy="571500"/>
          </a:xfrm>
          <a:prstGeom prst="rect">
            <a:avLst/>
          </a:prstGeom>
          <a:noFill/>
          <a:ln/>
        </p:spPr>
        <p:txBody>
          <a:bodyPr wrap="square" lIns="0" tIns="0" rIns="0" bIns="0" rtlCol="0" anchor="t"/>
          <a:lstStyle/>
          <a:p>
            <a:pPr algn="l" indent="0" marL="0">
              <a:spcBef>
                <a:spcPts val="3900"/>
              </a:spcBef>
              <a:spcAft>
                <a:spcPts val="3900"/>
              </a:spcAft>
              <a:buNone/>
            </a:pPr>
            <a:r>
              <a:rPr lang="en-US" sz="3900" b="1" dirty="0">
                <a:solidFill>
                  <a:srgbClr val="B58400"/>
                </a:solidFill>
                <a:latin typeface="Fredoka" pitchFamily="34" charset="0"/>
                <a:ea typeface="Fredoka" pitchFamily="34" charset="-122"/>
                <a:cs typeface="Fredoka" pitchFamily="34" charset="-120"/>
              </a:rPr>
              <a:t>03</a:t>
            </a:r>
            <a:endParaRPr lang="en-US" sz="3900" dirty="0"/>
          </a:p>
        </p:txBody>
      </p:sp>
      <p:sp>
        <p:nvSpPr>
          <p:cNvPr id="31" name="Text 29"/>
          <p:cNvSpPr/>
          <p:nvPr/>
        </p:nvSpPr>
        <p:spPr>
          <a:xfrm>
            <a:off x="9242375" y="5089475"/>
            <a:ext cx="3206963" cy="304800"/>
          </a:xfrm>
          <a:prstGeom prst="rect">
            <a:avLst/>
          </a:prstGeom>
          <a:noFill/>
          <a:ln/>
        </p:spPr>
        <p:txBody>
          <a:bodyPr wrap="square" lIns="0" tIns="0" rIns="0" bIns="0" rtlCol="0" anchor="t"/>
          <a:lstStyle/>
          <a:p>
            <a:pPr algn="l" indent="0" marL="0">
              <a:spcBef>
                <a:spcPts val="1200"/>
              </a:spcBef>
              <a:spcAft>
                <a:spcPts val="1743"/>
              </a:spcAft>
              <a:buNone/>
            </a:pPr>
            <a:r>
              <a:rPr lang="en-US" sz="2100" b="1" dirty="0">
                <a:solidFill>
                  <a:srgbClr val="2B2552"/>
                </a:solidFill>
                <a:latin typeface="Fredoka" pitchFamily="34" charset="0"/>
                <a:ea typeface="Fredoka" pitchFamily="34" charset="-122"/>
                <a:cs typeface="Fredoka" pitchFamily="34" charset="-120"/>
              </a:rPr>
              <a:t>Be able to</a:t>
            </a:r>
            <a:endParaRPr lang="en-US" sz="2100" dirty="0"/>
          </a:p>
        </p:txBody>
      </p:sp>
      <p:sp>
        <p:nvSpPr>
          <p:cNvPr id="32" name="Text 30"/>
          <p:cNvSpPr/>
          <p:nvPr/>
        </p:nvSpPr>
        <p:spPr>
          <a:xfrm>
            <a:off x="9242375" y="5615583"/>
            <a:ext cx="3206963" cy="588169"/>
          </a:xfrm>
          <a:prstGeom prst="rect">
            <a:avLst/>
          </a:prstGeom>
          <a:noFill/>
          <a:ln/>
        </p:spPr>
        <p:txBody>
          <a:bodyPr wrap="square" lIns="0" tIns="0" rIns="0" bIns="0" rtlCol="0" anchor="t"/>
          <a:lstStyle/>
          <a:p>
            <a:pPr algn="l" indent="0" marL="0">
              <a:lnSpc>
                <a:spcPts val="2316"/>
              </a:lnSpc>
              <a:spcBef>
                <a:spcPts val="900"/>
              </a:spcBef>
              <a:spcAft>
                <a:spcPts val="1425"/>
              </a:spcAft>
              <a:buNone/>
            </a:pPr>
            <a:r>
              <a:rPr lang="en-US" sz="1425" dirty="0">
                <a:solidFill>
                  <a:srgbClr val="5B5478"/>
                </a:solidFill>
                <a:latin typeface="Nunito" pitchFamily="34" charset="0"/>
                <a:ea typeface="Nunito" pitchFamily="34" charset="-122"/>
                <a:cs typeface="Nunito" pitchFamily="34" charset="-120"/>
              </a:rPr>
              <a:t>Share a seasonal update and ask follow-up questions naturally.</a:t>
            </a:r>
            <a:endParaRPr lang="en-US" sz="1425" dirty="0"/>
          </a:p>
        </p:txBody>
      </p:sp>
      <p:sp>
        <p:nvSpPr>
          <p:cNvPr id="33" name="Text 31"/>
          <p:cNvSpPr/>
          <p:nvPr/>
        </p:nvSpPr>
        <p:spPr>
          <a:xfrm>
            <a:off x="1348651" y="7364103"/>
            <a:ext cx="1876317" cy="174001"/>
          </a:xfrm>
          <a:prstGeom prst="rect">
            <a:avLst/>
          </a:prstGeom>
          <a:noFill/>
          <a:ln/>
        </p:spPr>
        <p:txBody>
          <a:bodyPr wrap="square" lIns="0" tIns="0" rIns="0" bIns="0" rtlCol="0" anchor="t"/>
          <a:lstStyle/>
          <a:p>
            <a:pPr algn="l" indent="0" marL="0">
              <a:buNone/>
            </a:pPr>
            <a:r>
              <a:rPr lang="en-US" sz="975" b="1" dirty="0">
                <a:solidFill>
                  <a:srgbClr val="B58400"/>
                </a:solidFill>
                <a:latin typeface="Fredoka" pitchFamily="34" charset="0"/>
                <a:ea typeface="Fredoka" pitchFamily="34" charset="-122"/>
                <a:cs typeface="Fredoka" pitchFamily="34" charset="-120"/>
              </a:rPr>
              <a:t>✅ SUCCESS LOOKS LIKE</a:t>
            </a:r>
            <a:endParaRPr lang="en-US" sz="975" dirty="0"/>
          </a:p>
        </p:txBody>
      </p:sp>
      <p:sp>
        <p:nvSpPr>
          <p:cNvPr id="34" name="Text 32"/>
          <p:cNvSpPr/>
          <p:nvPr/>
        </p:nvSpPr>
        <p:spPr>
          <a:xfrm>
            <a:off x="1352142" y="7403079"/>
            <a:ext cx="11563524" cy="401685"/>
          </a:xfrm>
          <a:prstGeom prst="rect">
            <a:avLst/>
          </a:prstGeom>
          <a:noFill/>
          <a:ln/>
        </p:spPr>
        <p:txBody>
          <a:bodyPr wrap="square" lIns="0" tIns="0" rIns="0" bIns="0" rtlCol="0" anchor="t"/>
          <a:lstStyle/>
          <a:p>
            <a:pPr algn="l" indent="0" marL="0">
              <a:spcBef>
                <a:spcPts val="300"/>
              </a:spcBef>
              <a:spcAft>
                <a:spcPts val="1425"/>
              </a:spcAft>
              <a:buNone/>
            </a:pPr>
            <a:r>
              <a:rPr lang="en-US" sz="1425" dirty="0">
                <a:solidFill>
                  <a:srgbClr val="2B2552"/>
                </a:solidFill>
                <a:latin typeface="Nunito" pitchFamily="34" charset="0"/>
                <a:ea typeface="Nunito" pitchFamily="34" charset="-122"/>
                <a:cs typeface="Nunito" pitchFamily="34" charset="-120"/>
              </a:rPr>
              <a:t>A short update with </a:t>
            </a:r>
            <a:pPr algn="l" indent="0" marL="0">
              <a:spcBef>
                <a:spcPts val="300"/>
              </a:spcBef>
              <a:spcAft>
                <a:spcPts val="1425"/>
              </a:spcAft>
              <a:buNone/>
            </a:pPr>
            <a:r>
              <a:rPr lang="en-US" sz="1425" b="1" dirty="0">
                <a:solidFill>
                  <a:srgbClr val="2B2552"/>
                </a:solidFill>
                <a:latin typeface="Nunito" pitchFamily="34" charset="0"/>
                <a:ea typeface="Nunito" pitchFamily="34" charset="-122"/>
                <a:cs typeface="Nunito" pitchFamily="34" charset="-120"/>
              </a:rPr>
              <a:t>at least 4 different grammar structures</a:t>
            </a:r>
            <a:pPr algn="l" indent="0" marL="0">
              <a:spcBef>
                <a:spcPts val="300"/>
              </a:spcBef>
              <a:spcAft>
                <a:spcPts val="1425"/>
              </a:spcAft>
              <a:buNone/>
            </a:pPr>
            <a:r>
              <a:rPr lang="en-US" sz="1425" dirty="0">
                <a:solidFill>
                  <a:srgbClr val="2B2552"/>
                </a:solidFill>
                <a:latin typeface="Nunito" pitchFamily="34" charset="0"/>
                <a:ea typeface="Nunito" pitchFamily="34" charset="-122"/>
                <a:cs typeface="Nunito" pitchFamily="34" charset="-120"/>
              </a:rPr>
              <a:t> and </a:t>
            </a:r>
            <a:pPr algn="l" indent="0" marL="0">
              <a:spcBef>
                <a:spcPts val="300"/>
              </a:spcBef>
              <a:spcAft>
                <a:spcPts val="1425"/>
              </a:spcAft>
              <a:buNone/>
            </a:pPr>
            <a:r>
              <a:rPr lang="en-US" sz="1425" b="1" dirty="0">
                <a:solidFill>
                  <a:srgbClr val="2B2552"/>
                </a:solidFill>
                <a:latin typeface="Nunito" pitchFamily="34" charset="0"/>
                <a:ea typeface="Nunito" pitchFamily="34" charset="-122"/>
                <a:cs typeface="Nunito" pitchFamily="34" charset="-120"/>
              </a:rPr>
              <a:t>one follow-up question</a:t>
            </a:r>
            <a:pPr algn="l" indent="0" marL="0">
              <a:spcBef>
                <a:spcPts val="300"/>
              </a:spcBef>
              <a:spcAft>
                <a:spcPts val="1425"/>
              </a:spcAft>
              <a:buNone/>
            </a:pPr>
            <a:r>
              <a:rPr lang="en-US" sz="1425" dirty="0">
                <a:solidFill>
                  <a:srgbClr val="2B2552"/>
                </a:solidFill>
                <a:latin typeface="Nunito" pitchFamily="34" charset="0"/>
                <a:ea typeface="Nunito" pitchFamily="34" charset="-122"/>
                <a:cs typeface="Nunito" pitchFamily="34" charset="-120"/>
              </a:rPr>
              <a:t>.</a:t>
            </a:r>
            <a:endParaRPr lang="en-US" sz="14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906250" y="1047750"/>
            <a:ext cx="666750" cy="666750"/>
          </a:xfrm>
          <a:prstGeom prst="rect">
            <a:avLst/>
          </a:prstGeom>
          <a:solidFill>
            <a:srgbClr val="FFC83D"/>
          </a:solidFill>
          <a:ln/>
        </p:spPr>
      </p:sp>
      <p:sp>
        <p:nvSpPr>
          <p:cNvPr id="4" name="Shape 2"/>
          <p:cNvSpPr/>
          <p:nvPr/>
        </p:nvSpPr>
        <p:spPr>
          <a:xfrm>
            <a:off x="2041327" y="3660725"/>
            <a:ext cx="9633347" cy="85725"/>
          </a:xfrm>
          <a:prstGeom prst="roundRect">
            <a:avLst>
              <a:gd name="adj" fmla="val 111100000"/>
            </a:avLst>
          </a:prstGeom>
          <a:solidFill>
            <a:srgbClr val="E7DEFB"/>
          </a:solidFill>
          <a:ln/>
        </p:spPr>
      </p:sp>
      <p:sp>
        <p:nvSpPr>
          <p:cNvPr id="5" name="Shape 3"/>
          <p:cNvSpPr/>
          <p:nvPr/>
        </p:nvSpPr>
        <p:spPr>
          <a:xfrm>
            <a:off x="2090738" y="3279725"/>
            <a:ext cx="762000" cy="762000"/>
          </a:xfrm>
          <a:prstGeom prst="roundRect">
            <a:avLst>
              <a:gd name="adj" fmla="val 12498750"/>
            </a:avLst>
          </a:prstGeom>
          <a:solidFill>
            <a:srgbClr val="7C5CFC"/>
          </a:solidFill>
          <a:ln/>
        </p:spPr>
      </p:sp>
      <p:sp>
        <p:nvSpPr>
          <p:cNvPr id="6" name="Shape 4"/>
          <p:cNvSpPr/>
          <p:nvPr/>
        </p:nvSpPr>
        <p:spPr>
          <a:xfrm>
            <a:off x="1123950" y="4232225"/>
            <a:ext cx="2695575" cy="2305050"/>
          </a:xfrm>
          <a:prstGeom prst="roundRect">
            <a:avLst>
              <a:gd name="adj" fmla="val 10744"/>
            </a:avLst>
          </a:prstGeom>
          <a:solidFill>
            <a:srgbClr val="FFFFFF"/>
          </a:solidFill>
          <a:ln/>
          <a:effectLst>
            <a:outerShdw sx="100000" sy="100000" kx="0" ky="0" algn="bl" rotWithShape="0" blurRad="285750" dist="133350" dir="5400000">
              <a:srgbClr val="7C5CFC">
                <a:alpha val="18000"/>
              </a:srgbClr>
            </a:outerShdw>
          </a:effectLst>
        </p:spPr>
      </p:sp>
      <p:sp>
        <p:nvSpPr>
          <p:cNvPr id="7" name="Shape 5"/>
          <p:cNvSpPr/>
          <p:nvPr/>
        </p:nvSpPr>
        <p:spPr>
          <a:xfrm>
            <a:off x="5014913" y="3279725"/>
            <a:ext cx="762000" cy="762000"/>
          </a:xfrm>
          <a:prstGeom prst="roundRect">
            <a:avLst>
              <a:gd name="adj" fmla="val 12498750"/>
            </a:avLst>
          </a:prstGeom>
          <a:solidFill>
            <a:srgbClr val="FF6F91"/>
          </a:solidFill>
          <a:ln/>
        </p:spPr>
      </p:sp>
      <p:sp>
        <p:nvSpPr>
          <p:cNvPr id="8" name="Shape 6"/>
          <p:cNvSpPr/>
          <p:nvPr/>
        </p:nvSpPr>
        <p:spPr>
          <a:xfrm>
            <a:off x="4048125" y="4232225"/>
            <a:ext cx="2695575" cy="1571625"/>
          </a:xfrm>
          <a:prstGeom prst="roundRect">
            <a:avLst>
              <a:gd name="adj" fmla="val 15758"/>
            </a:avLst>
          </a:prstGeom>
          <a:solidFill>
            <a:srgbClr val="FFFFFF"/>
          </a:solidFill>
          <a:ln/>
          <a:effectLst>
            <a:outerShdw sx="100000" sy="100000" kx="0" ky="0" algn="bl" rotWithShape="0" blurRad="285750" dist="133350" dir="5400000">
              <a:srgbClr val="FF6F91">
                <a:alpha val="18000"/>
              </a:srgbClr>
            </a:outerShdw>
          </a:effectLst>
        </p:spPr>
      </p:sp>
      <p:sp>
        <p:nvSpPr>
          <p:cNvPr id="9" name="Shape 7"/>
          <p:cNvSpPr/>
          <p:nvPr/>
        </p:nvSpPr>
        <p:spPr>
          <a:xfrm>
            <a:off x="7939087" y="3279725"/>
            <a:ext cx="762000" cy="762000"/>
          </a:xfrm>
          <a:prstGeom prst="roundRect">
            <a:avLst>
              <a:gd name="adj" fmla="val 12498750"/>
            </a:avLst>
          </a:prstGeom>
          <a:solidFill>
            <a:srgbClr val="4CC9F0"/>
          </a:solidFill>
          <a:ln/>
        </p:spPr>
      </p:sp>
      <p:sp>
        <p:nvSpPr>
          <p:cNvPr id="10" name="Shape 8"/>
          <p:cNvSpPr/>
          <p:nvPr/>
        </p:nvSpPr>
        <p:spPr>
          <a:xfrm>
            <a:off x="6972300" y="4232225"/>
            <a:ext cx="2695575" cy="2305050"/>
          </a:xfrm>
          <a:prstGeom prst="roundRect">
            <a:avLst>
              <a:gd name="adj" fmla="val 10744"/>
            </a:avLst>
          </a:prstGeom>
          <a:solidFill>
            <a:srgbClr val="FFFFFF"/>
          </a:solidFill>
          <a:ln/>
          <a:effectLst>
            <a:outerShdw sx="100000" sy="100000" kx="0" ky="0" algn="bl" rotWithShape="0" blurRad="285750" dist="133350" dir="5400000">
              <a:srgbClr val="4CC9F0">
                <a:alpha val="18000"/>
              </a:srgbClr>
            </a:outerShdw>
          </a:effectLst>
        </p:spPr>
      </p:sp>
      <p:sp>
        <p:nvSpPr>
          <p:cNvPr id="11" name="Shape 9"/>
          <p:cNvSpPr/>
          <p:nvPr/>
        </p:nvSpPr>
        <p:spPr>
          <a:xfrm>
            <a:off x="10863263" y="3279725"/>
            <a:ext cx="762000" cy="762000"/>
          </a:xfrm>
          <a:prstGeom prst="roundRect">
            <a:avLst>
              <a:gd name="adj" fmla="val 12498750"/>
            </a:avLst>
          </a:prstGeom>
          <a:solidFill>
            <a:srgbClr val="FFC83D"/>
          </a:solidFill>
          <a:ln/>
        </p:spPr>
      </p:sp>
      <p:sp>
        <p:nvSpPr>
          <p:cNvPr id="12" name="Shape 10"/>
          <p:cNvSpPr/>
          <p:nvPr/>
        </p:nvSpPr>
        <p:spPr>
          <a:xfrm>
            <a:off x="9896475" y="4232225"/>
            <a:ext cx="2695575" cy="1571625"/>
          </a:xfrm>
          <a:prstGeom prst="roundRect">
            <a:avLst>
              <a:gd name="adj" fmla="val 15758"/>
            </a:avLst>
          </a:prstGeom>
          <a:solidFill>
            <a:srgbClr val="FFFFFF"/>
          </a:solidFill>
          <a:ln/>
          <a:effectLst>
            <a:outerShdw sx="100000" sy="100000" kx="0" ky="0" algn="bl" rotWithShape="0" blurRad="285750" dist="133350" dir="5400000">
              <a:srgbClr val="FFC83D">
                <a:alpha val="20000"/>
              </a:srgbClr>
            </a:outerShdw>
          </a:effectLst>
        </p:spPr>
      </p:sp>
      <p:sp>
        <p:nvSpPr>
          <p:cNvPr id="13" name="Shape 11"/>
          <p:cNvSpPr/>
          <p:nvPr/>
        </p:nvSpPr>
        <p:spPr>
          <a:xfrm>
            <a:off x="1123950" y="6880175"/>
            <a:ext cx="11468100" cy="1123950"/>
          </a:xfrm>
          <a:prstGeom prst="roundRect">
            <a:avLst>
              <a:gd name="adj" fmla="val 15254"/>
            </a:avLst>
          </a:prstGeom>
          <a:solidFill>
            <a:srgbClr val="E8FBF4"/>
          </a:solidFill>
          <a:ln/>
        </p:spPr>
      </p:sp>
      <p:sp>
        <p:nvSpPr>
          <p:cNvPr id="14" name="Shape 12"/>
          <p:cNvSpPr/>
          <p:nvPr/>
        </p:nvSpPr>
        <p:spPr>
          <a:xfrm>
            <a:off x="1123950" y="4275088"/>
            <a:ext cx="2695575" cy="0"/>
          </a:xfrm>
          <a:prstGeom prst="line">
            <a:avLst/>
          </a:prstGeom>
          <a:noFill/>
          <a:ln w="85725">
            <a:solidFill>
              <a:srgbClr val="7C5CFC"/>
            </a:solidFill>
            <a:prstDash val="solid"/>
          </a:ln>
        </p:spPr>
      </p:sp>
      <p:sp>
        <p:nvSpPr>
          <p:cNvPr id="15" name="Shape 13"/>
          <p:cNvSpPr/>
          <p:nvPr/>
        </p:nvSpPr>
        <p:spPr>
          <a:xfrm>
            <a:off x="3805237" y="4232225"/>
            <a:ext cx="0" cy="2305050"/>
          </a:xfrm>
          <a:prstGeom prst="line">
            <a:avLst/>
          </a:prstGeom>
          <a:noFill/>
          <a:ln w="28575">
            <a:solidFill>
              <a:srgbClr val="EFE7FF"/>
            </a:solidFill>
            <a:prstDash val="solid"/>
          </a:ln>
        </p:spPr>
      </p:sp>
      <p:sp>
        <p:nvSpPr>
          <p:cNvPr id="16" name="Shape 14"/>
          <p:cNvSpPr/>
          <p:nvPr/>
        </p:nvSpPr>
        <p:spPr>
          <a:xfrm>
            <a:off x="1123950" y="6522988"/>
            <a:ext cx="2695575" cy="0"/>
          </a:xfrm>
          <a:prstGeom prst="line">
            <a:avLst/>
          </a:prstGeom>
          <a:noFill/>
          <a:ln w="28575">
            <a:solidFill>
              <a:srgbClr val="EFE7FF"/>
            </a:solidFill>
            <a:prstDash val="solid"/>
          </a:ln>
        </p:spPr>
      </p:sp>
      <p:sp>
        <p:nvSpPr>
          <p:cNvPr id="17" name="Shape 15"/>
          <p:cNvSpPr/>
          <p:nvPr/>
        </p:nvSpPr>
        <p:spPr>
          <a:xfrm>
            <a:off x="1138238" y="4232225"/>
            <a:ext cx="0" cy="2305050"/>
          </a:xfrm>
          <a:prstGeom prst="line">
            <a:avLst/>
          </a:prstGeom>
          <a:noFill/>
          <a:ln w="28575">
            <a:solidFill>
              <a:srgbClr val="EFE7FF"/>
            </a:solidFill>
            <a:prstDash val="solid"/>
          </a:ln>
        </p:spPr>
      </p:sp>
      <p:sp>
        <p:nvSpPr>
          <p:cNvPr id="18" name="Shape 16"/>
          <p:cNvSpPr/>
          <p:nvPr/>
        </p:nvSpPr>
        <p:spPr>
          <a:xfrm>
            <a:off x="4048125" y="4275088"/>
            <a:ext cx="2695575" cy="0"/>
          </a:xfrm>
          <a:prstGeom prst="line">
            <a:avLst/>
          </a:prstGeom>
          <a:noFill/>
          <a:ln w="85725">
            <a:solidFill>
              <a:srgbClr val="FF6F91"/>
            </a:solidFill>
            <a:prstDash val="solid"/>
          </a:ln>
        </p:spPr>
      </p:sp>
      <p:sp>
        <p:nvSpPr>
          <p:cNvPr id="19" name="Shape 17"/>
          <p:cNvSpPr/>
          <p:nvPr/>
        </p:nvSpPr>
        <p:spPr>
          <a:xfrm>
            <a:off x="6729413" y="4232225"/>
            <a:ext cx="0" cy="1571625"/>
          </a:xfrm>
          <a:prstGeom prst="line">
            <a:avLst/>
          </a:prstGeom>
          <a:noFill/>
          <a:ln w="28575">
            <a:solidFill>
              <a:srgbClr val="EFE7FF"/>
            </a:solidFill>
            <a:prstDash val="solid"/>
          </a:ln>
        </p:spPr>
      </p:sp>
      <p:sp>
        <p:nvSpPr>
          <p:cNvPr id="20" name="Shape 18"/>
          <p:cNvSpPr/>
          <p:nvPr/>
        </p:nvSpPr>
        <p:spPr>
          <a:xfrm>
            <a:off x="4048125" y="5789563"/>
            <a:ext cx="2695575" cy="0"/>
          </a:xfrm>
          <a:prstGeom prst="line">
            <a:avLst/>
          </a:prstGeom>
          <a:noFill/>
          <a:ln w="28575">
            <a:solidFill>
              <a:srgbClr val="EFE7FF"/>
            </a:solidFill>
            <a:prstDash val="solid"/>
          </a:ln>
        </p:spPr>
      </p:sp>
      <p:sp>
        <p:nvSpPr>
          <p:cNvPr id="21" name="Shape 19"/>
          <p:cNvSpPr/>
          <p:nvPr/>
        </p:nvSpPr>
        <p:spPr>
          <a:xfrm>
            <a:off x="4062412" y="4232225"/>
            <a:ext cx="0" cy="1571625"/>
          </a:xfrm>
          <a:prstGeom prst="line">
            <a:avLst/>
          </a:prstGeom>
          <a:noFill/>
          <a:ln w="28575">
            <a:solidFill>
              <a:srgbClr val="EFE7FF"/>
            </a:solidFill>
            <a:prstDash val="solid"/>
          </a:ln>
        </p:spPr>
      </p:sp>
      <p:sp>
        <p:nvSpPr>
          <p:cNvPr id="22" name="Shape 20"/>
          <p:cNvSpPr/>
          <p:nvPr/>
        </p:nvSpPr>
        <p:spPr>
          <a:xfrm>
            <a:off x="6972300" y="4275088"/>
            <a:ext cx="2695575" cy="0"/>
          </a:xfrm>
          <a:prstGeom prst="line">
            <a:avLst/>
          </a:prstGeom>
          <a:noFill/>
          <a:ln w="85725">
            <a:solidFill>
              <a:srgbClr val="4CC9F0"/>
            </a:solidFill>
            <a:prstDash val="solid"/>
          </a:ln>
        </p:spPr>
      </p:sp>
      <p:sp>
        <p:nvSpPr>
          <p:cNvPr id="23" name="Shape 21"/>
          <p:cNvSpPr/>
          <p:nvPr/>
        </p:nvSpPr>
        <p:spPr>
          <a:xfrm>
            <a:off x="9653588" y="4232225"/>
            <a:ext cx="0" cy="2305050"/>
          </a:xfrm>
          <a:prstGeom prst="line">
            <a:avLst/>
          </a:prstGeom>
          <a:noFill/>
          <a:ln w="28575">
            <a:solidFill>
              <a:srgbClr val="EFE7FF"/>
            </a:solidFill>
            <a:prstDash val="solid"/>
          </a:ln>
        </p:spPr>
      </p:sp>
      <p:sp>
        <p:nvSpPr>
          <p:cNvPr id="24" name="Shape 22"/>
          <p:cNvSpPr/>
          <p:nvPr/>
        </p:nvSpPr>
        <p:spPr>
          <a:xfrm>
            <a:off x="6972300" y="6522988"/>
            <a:ext cx="2695575" cy="0"/>
          </a:xfrm>
          <a:prstGeom prst="line">
            <a:avLst/>
          </a:prstGeom>
          <a:noFill/>
          <a:ln w="28575">
            <a:solidFill>
              <a:srgbClr val="EFE7FF"/>
            </a:solidFill>
            <a:prstDash val="solid"/>
          </a:ln>
        </p:spPr>
      </p:sp>
      <p:sp>
        <p:nvSpPr>
          <p:cNvPr id="25" name="Shape 23"/>
          <p:cNvSpPr/>
          <p:nvPr/>
        </p:nvSpPr>
        <p:spPr>
          <a:xfrm>
            <a:off x="6986588" y="4232225"/>
            <a:ext cx="0" cy="2305050"/>
          </a:xfrm>
          <a:prstGeom prst="line">
            <a:avLst/>
          </a:prstGeom>
          <a:noFill/>
          <a:ln w="28575">
            <a:solidFill>
              <a:srgbClr val="EFE7FF"/>
            </a:solidFill>
            <a:prstDash val="solid"/>
          </a:ln>
        </p:spPr>
      </p:sp>
      <p:sp>
        <p:nvSpPr>
          <p:cNvPr id="26" name="Shape 24"/>
          <p:cNvSpPr/>
          <p:nvPr/>
        </p:nvSpPr>
        <p:spPr>
          <a:xfrm>
            <a:off x="9896475" y="4275088"/>
            <a:ext cx="2695575" cy="0"/>
          </a:xfrm>
          <a:prstGeom prst="line">
            <a:avLst/>
          </a:prstGeom>
          <a:noFill/>
          <a:ln w="85725">
            <a:solidFill>
              <a:srgbClr val="FFC83D"/>
            </a:solidFill>
            <a:prstDash val="solid"/>
          </a:ln>
        </p:spPr>
      </p:sp>
      <p:sp>
        <p:nvSpPr>
          <p:cNvPr id="27" name="Shape 25"/>
          <p:cNvSpPr/>
          <p:nvPr/>
        </p:nvSpPr>
        <p:spPr>
          <a:xfrm>
            <a:off x="12577762" y="4232225"/>
            <a:ext cx="0" cy="1571625"/>
          </a:xfrm>
          <a:prstGeom prst="line">
            <a:avLst/>
          </a:prstGeom>
          <a:noFill/>
          <a:ln w="28575">
            <a:solidFill>
              <a:srgbClr val="EFE7FF"/>
            </a:solidFill>
            <a:prstDash val="solid"/>
          </a:ln>
        </p:spPr>
      </p:sp>
      <p:sp>
        <p:nvSpPr>
          <p:cNvPr id="28" name="Shape 26"/>
          <p:cNvSpPr/>
          <p:nvPr/>
        </p:nvSpPr>
        <p:spPr>
          <a:xfrm>
            <a:off x="9896475" y="5789563"/>
            <a:ext cx="2695575" cy="0"/>
          </a:xfrm>
          <a:prstGeom prst="line">
            <a:avLst/>
          </a:prstGeom>
          <a:noFill/>
          <a:ln w="28575">
            <a:solidFill>
              <a:srgbClr val="EFE7FF"/>
            </a:solidFill>
            <a:prstDash val="solid"/>
          </a:ln>
        </p:spPr>
      </p:sp>
      <p:sp>
        <p:nvSpPr>
          <p:cNvPr id="29" name="Shape 27"/>
          <p:cNvSpPr/>
          <p:nvPr/>
        </p:nvSpPr>
        <p:spPr>
          <a:xfrm>
            <a:off x="9910763" y="4232225"/>
            <a:ext cx="0" cy="1571625"/>
          </a:xfrm>
          <a:prstGeom prst="line">
            <a:avLst/>
          </a:prstGeom>
          <a:noFill/>
          <a:ln w="28575">
            <a:solidFill>
              <a:srgbClr val="EFE7FF"/>
            </a:solidFill>
            <a:prstDash val="solid"/>
          </a:ln>
        </p:spPr>
      </p:sp>
      <p:sp>
        <p:nvSpPr>
          <p:cNvPr id="30" name="Shape 28"/>
          <p:cNvSpPr/>
          <p:nvPr/>
        </p:nvSpPr>
        <p:spPr>
          <a:xfrm>
            <a:off x="1166813" y="6880175"/>
            <a:ext cx="0" cy="1123950"/>
          </a:xfrm>
          <a:prstGeom prst="line">
            <a:avLst/>
          </a:prstGeom>
          <a:noFill/>
          <a:ln w="85725">
            <a:solidFill>
              <a:srgbClr val="2FD0A8"/>
            </a:solidFill>
            <a:prstDash val="solid"/>
          </a:ln>
        </p:spPr>
      </p:sp>
      <p:sp>
        <p:nvSpPr>
          <p:cNvPr id="31" name="Text 29"/>
          <p:cNvSpPr/>
          <p:nvPr/>
        </p:nvSpPr>
        <p:spPr>
          <a:xfrm>
            <a:off x="1123950" y="1123950"/>
            <a:ext cx="3811258" cy="295275"/>
          </a:xfrm>
          <a:prstGeom prst="rect">
            <a:avLst/>
          </a:prstGeom>
          <a:noFill/>
          <a:ln/>
        </p:spPr>
        <p:txBody>
          <a:bodyPr wrap="square" lIns="171450" tIns="66675" rIns="171450" bIns="66675" rtlCol="0" anchor="t"/>
          <a:lstStyle/>
          <a:p>
            <a:pPr algn="l" indent="0" marL="0">
              <a:buNone/>
            </a:pPr>
            <a:r>
              <a:rPr lang="en-US" sz="1125" b="1" dirty="0">
                <a:solidFill>
                  <a:srgbClr val="1B86AE"/>
                </a:solidFill>
                <a:latin typeface="Fredoka" pitchFamily="34" charset="0"/>
                <a:ea typeface="Fredoka" pitchFamily="34" charset="-122"/>
                <a:cs typeface="Fredoka" pitchFamily="34" charset="-120"/>
              </a:rPr>
              <a:t>GRAMMAR MAP · SEE THE BIG PICTURE</a:t>
            </a:r>
            <a:endParaRPr lang="en-US" sz="1125" dirty="0"/>
          </a:p>
        </p:txBody>
      </p:sp>
      <p:sp>
        <p:nvSpPr>
          <p:cNvPr id="32" name="Text 30"/>
          <p:cNvSpPr/>
          <p:nvPr/>
        </p:nvSpPr>
        <p:spPr>
          <a:xfrm>
            <a:off x="1123950" y="1533525"/>
            <a:ext cx="5563508" cy="534888"/>
          </a:xfrm>
          <a:prstGeom prst="rect">
            <a:avLst/>
          </a:prstGeom>
          <a:noFill/>
          <a:ln/>
        </p:spPr>
        <p:txBody>
          <a:bodyPr wrap="square" lIns="0" tIns="0" rIns="0" bIns="0" rtlCol="0" anchor="t"/>
          <a:lstStyle/>
          <a:p>
            <a:pPr algn="l" indent="0" marL="0">
              <a:lnSpc>
                <a:spcPts val="4212"/>
              </a:lnSpc>
              <a:spcBef>
                <a:spcPts val="900"/>
              </a:spcBef>
              <a:spcAft>
                <a:spcPts val="2714"/>
              </a:spcAft>
              <a:buNone/>
            </a:pPr>
            <a:r>
              <a:rPr lang="en-US" sz="4050" b="1" dirty="0">
                <a:solidFill>
                  <a:srgbClr val="2B2552"/>
                </a:solidFill>
                <a:latin typeface="Fredoka" pitchFamily="34" charset="0"/>
                <a:ea typeface="Fredoka" pitchFamily="34" charset="-122"/>
                <a:cs typeface="Fredoka" pitchFamily="34" charset="-120"/>
              </a:rPr>
              <a:t>The Time Machine 🚀</a:t>
            </a:r>
            <a:endParaRPr lang="en-US" sz="4050" dirty="0"/>
          </a:p>
        </p:txBody>
      </p:sp>
      <p:sp>
        <p:nvSpPr>
          <p:cNvPr id="33" name="Text 31"/>
          <p:cNvSpPr/>
          <p:nvPr/>
        </p:nvSpPr>
        <p:spPr>
          <a:xfrm>
            <a:off x="10970419" y="1568351"/>
            <a:ext cx="1702713" cy="400050"/>
          </a:xfrm>
          <a:prstGeom prst="rect">
            <a:avLst/>
          </a:prstGeom>
          <a:noFill/>
          <a:ln/>
        </p:spPr>
        <p:txBody>
          <a:bodyPr wrap="square" lIns="171450" tIns="85725" rIns="171450" bIns="85725" rtlCol="0" anchor="t"/>
          <a:lstStyle/>
          <a:p>
            <a:pPr algn="l" indent="0" marL="0">
              <a:buNone/>
            </a:pPr>
            <a:r>
              <a:rPr lang="en-US" sz="1275" dirty="0">
                <a:solidFill>
                  <a:srgbClr val="7C5CFC"/>
                </a:solidFill>
                <a:latin typeface="Nunito" pitchFamily="34" charset="0"/>
                <a:ea typeface="Nunito" pitchFamily="34" charset="-122"/>
                <a:cs typeface="Nunito" pitchFamily="34" charset="-120"/>
              </a:rPr>
              <a:t>❓ Ask: </a:t>
            </a:r>
            <a:pPr algn="l" indent="0" marL="0">
              <a:buNone/>
            </a:pPr>
            <a:r>
              <a:rPr lang="en-US" sz="1275" b="1" dirty="0">
                <a:solidFill>
                  <a:srgbClr val="7C5CFC"/>
                </a:solidFill>
                <a:latin typeface="Nunito" pitchFamily="34" charset="0"/>
                <a:ea typeface="Nunito" pitchFamily="34" charset="-122"/>
                <a:cs typeface="Nunito" pitchFamily="34" charset="-120"/>
              </a:rPr>
              <a:t>When?</a:t>
            </a:r>
            <a:endParaRPr lang="en-US" sz="1275" dirty="0"/>
          </a:p>
        </p:txBody>
      </p:sp>
      <p:sp>
        <p:nvSpPr>
          <p:cNvPr id="34" name="Text 32"/>
          <p:cNvSpPr/>
          <p:nvPr/>
        </p:nvSpPr>
        <p:spPr>
          <a:xfrm>
            <a:off x="1123950" y="2527250"/>
            <a:ext cx="12041505"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5B5478"/>
                </a:solidFill>
                <a:latin typeface="Nunito" pitchFamily="34" charset="0"/>
                <a:ea typeface="Nunito" pitchFamily="34" charset="-122"/>
                <a:cs typeface="Nunito" pitchFamily="34" charset="-120"/>
              </a:rPr>
              <a:t>Pick the tense that matches the time and meaning.</a:t>
            </a:r>
            <a:endParaRPr lang="en-US" sz="1500" dirty="0"/>
          </a:p>
        </p:txBody>
      </p:sp>
      <p:sp>
        <p:nvSpPr>
          <p:cNvPr id="35" name="Text 33"/>
          <p:cNvSpPr/>
          <p:nvPr/>
        </p:nvSpPr>
        <p:spPr>
          <a:xfrm>
            <a:off x="2227179" y="3551188"/>
            <a:ext cx="488967" cy="219075"/>
          </a:xfrm>
          <a:prstGeom prst="rect">
            <a:avLst/>
          </a:prstGeom>
          <a:noFill/>
          <a:ln/>
        </p:spPr>
        <p:txBody>
          <a:bodyPr wrap="square" lIns="0" tIns="0" rIns="0" bIns="0" rtlCol="0" anchor="t"/>
          <a:lstStyle/>
          <a:p>
            <a:pPr algn="ctr" indent="0" marL="0">
              <a:spcBef>
                <a:spcPts val="1500"/>
              </a:spcBef>
              <a:spcAft>
                <a:spcPts val="1500"/>
              </a:spcAft>
              <a:buNone/>
            </a:pPr>
            <a:r>
              <a:rPr lang="en-US" sz="1500" b="1" dirty="0">
                <a:solidFill>
                  <a:srgbClr val="FFFFFF"/>
                </a:solidFill>
                <a:latin typeface="Fredoka" pitchFamily="34" charset="0"/>
                <a:ea typeface="Fredoka" pitchFamily="34" charset="-122"/>
                <a:cs typeface="Fredoka" pitchFamily="34" charset="-120"/>
              </a:rPr>
              <a:t>NOW</a:t>
            </a:r>
            <a:endParaRPr lang="en-US" sz="1500" dirty="0"/>
          </a:p>
        </p:txBody>
      </p:sp>
      <p:sp>
        <p:nvSpPr>
          <p:cNvPr id="36" name="Text 34"/>
          <p:cNvSpPr/>
          <p:nvPr/>
        </p:nvSpPr>
        <p:spPr>
          <a:xfrm>
            <a:off x="1419225" y="4775150"/>
            <a:ext cx="2210276" cy="219075"/>
          </a:xfrm>
          <a:prstGeom prst="rect">
            <a:avLst/>
          </a:prstGeom>
          <a:noFill/>
          <a:ln/>
        </p:spPr>
        <p:txBody>
          <a:bodyPr wrap="square" lIns="0" tIns="0" rIns="0" bIns="0" rtlCol="0" anchor="t"/>
          <a:lstStyle/>
          <a:p>
            <a:pPr algn="l" indent="0" marL="0">
              <a:spcBef>
                <a:spcPts val="1500"/>
              </a:spcBef>
              <a:spcAft>
                <a:spcPts val="1500"/>
              </a:spcAft>
              <a:buNone/>
            </a:pPr>
            <a:r>
              <a:rPr lang="en-US" sz="1500" b="1" dirty="0">
                <a:solidFill>
                  <a:srgbClr val="2B2552"/>
                </a:solidFill>
                <a:latin typeface="Fredoka" pitchFamily="34" charset="0"/>
                <a:ea typeface="Fredoka" pitchFamily="34" charset="-122"/>
                <a:cs typeface="Fredoka" pitchFamily="34" charset="-120"/>
              </a:rPr>
              <a:t>Present Simple</a:t>
            </a:r>
            <a:endParaRPr lang="en-US" sz="1500" dirty="0"/>
          </a:p>
        </p:txBody>
      </p:sp>
      <p:sp>
        <p:nvSpPr>
          <p:cNvPr id="37" name="Text 35"/>
          <p:cNvSpPr/>
          <p:nvPr/>
        </p:nvSpPr>
        <p:spPr>
          <a:xfrm>
            <a:off x="1419225" y="5184725"/>
            <a:ext cx="2210276"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5B5478"/>
                </a:solidFill>
                <a:latin typeface="Nunito" pitchFamily="34" charset="0"/>
                <a:ea typeface="Nunito" pitchFamily="34" charset="-122"/>
                <a:cs typeface="Nunito" pitchFamily="34" charset="-120"/>
              </a:rPr>
              <a:t>usually · every day</a:t>
            </a:r>
            <a:endParaRPr lang="en-US" sz="1200" dirty="0"/>
          </a:p>
        </p:txBody>
      </p:sp>
      <p:sp>
        <p:nvSpPr>
          <p:cNvPr id="38" name="Text 36"/>
          <p:cNvSpPr/>
          <p:nvPr/>
        </p:nvSpPr>
        <p:spPr>
          <a:xfrm>
            <a:off x="1419225" y="5508575"/>
            <a:ext cx="2210276"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2B2552"/>
                </a:solidFill>
                <a:latin typeface="Fredoka" pitchFamily="34" charset="0"/>
                <a:ea typeface="Fredoka" pitchFamily="34" charset="-122"/>
                <a:cs typeface="Fredoka" pitchFamily="34" charset="-120"/>
              </a:rPr>
              <a:t>Present Continuous</a:t>
            </a:r>
            <a:endParaRPr lang="en-US" sz="1500" dirty="0"/>
          </a:p>
        </p:txBody>
      </p:sp>
      <p:sp>
        <p:nvSpPr>
          <p:cNvPr id="39" name="Text 37"/>
          <p:cNvSpPr/>
          <p:nvPr/>
        </p:nvSpPr>
        <p:spPr>
          <a:xfrm>
            <a:off x="1419225" y="5918150"/>
            <a:ext cx="2210276"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5B5478"/>
                </a:solidFill>
                <a:latin typeface="Nunito" pitchFamily="34" charset="0"/>
                <a:ea typeface="Nunito" pitchFamily="34" charset="-122"/>
                <a:cs typeface="Nunito" pitchFamily="34" charset="-120"/>
              </a:rPr>
              <a:t>now · this week</a:t>
            </a:r>
            <a:endParaRPr lang="en-US" sz="1200" dirty="0"/>
          </a:p>
        </p:txBody>
      </p:sp>
      <p:sp>
        <p:nvSpPr>
          <p:cNvPr id="40" name="Text 38"/>
          <p:cNvSpPr/>
          <p:nvPr/>
        </p:nvSpPr>
        <p:spPr>
          <a:xfrm>
            <a:off x="5136509" y="3551188"/>
            <a:ext cx="518659" cy="219075"/>
          </a:xfrm>
          <a:prstGeom prst="rect">
            <a:avLst/>
          </a:prstGeom>
          <a:noFill/>
          <a:ln/>
        </p:spPr>
        <p:txBody>
          <a:bodyPr wrap="square" lIns="0" tIns="0" rIns="0" bIns="0" rtlCol="0" anchor="t"/>
          <a:lstStyle/>
          <a:p>
            <a:pPr algn="ctr" indent="0" marL="0">
              <a:spcBef>
                <a:spcPts val="1500"/>
              </a:spcBef>
              <a:spcAft>
                <a:spcPts val="1500"/>
              </a:spcAft>
              <a:buNone/>
            </a:pPr>
            <a:r>
              <a:rPr lang="en-US" sz="1500" b="1" dirty="0">
                <a:solidFill>
                  <a:srgbClr val="FFFFFF"/>
                </a:solidFill>
                <a:latin typeface="Fredoka" pitchFamily="34" charset="0"/>
                <a:ea typeface="Fredoka" pitchFamily="34" charset="-122"/>
                <a:cs typeface="Fredoka" pitchFamily="34" charset="-120"/>
              </a:rPr>
              <a:t>PAST</a:t>
            </a:r>
            <a:endParaRPr lang="en-US" sz="1500" dirty="0"/>
          </a:p>
        </p:txBody>
      </p:sp>
      <p:sp>
        <p:nvSpPr>
          <p:cNvPr id="41" name="Text 39"/>
          <p:cNvSpPr/>
          <p:nvPr/>
        </p:nvSpPr>
        <p:spPr>
          <a:xfrm>
            <a:off x="4343400" y="4775150"/>
            <a:ext cx="2210276" cy="219075"/>
          </a:xfrm>
          <a:prstGeom prst="rect">
            <a:avLst/>
          </a:prstGeom>
          <a:noFill/>
          <a:ln/>
        </p:spPr>
        <p:txBody>
          <a:bodyPr wrap="square" lIns="0" tIns="0" rIns="0" bIns="0" rtlCol="0" anchor="t"/>
          <a:lstStyle/>
          <a:p>
            <a:pPr algn="l" indent="0" marL="0">
              <a:spcBef>
                <a:spcPts val="1500"/>
              </a:spcBef>
              <a:spcAft>
                <a:spcPts val="1500"/>
              </a:spcAft>
              <a:buNone/>
            </a:pPr>
            <a:r>
              <a:rPr lang="en-US" sz="1500" b="1" dirty="0">
                <a:solidFill>
                  <a:srgbClr val="2B2552"/>
                </a:solidFill>
                <a:latin typeface="Fredoka" pitchFamily="34" charset="0"/>
                <a:ea typeface="Fredoka" pitchFamily="34" charset="-122"/>
                <a:cs typeface="Fredoka" pitchFamily="34" charset="-120"/>
              </a:rPr>
              <a:t>Past Simple</a:t>
            </a:r>
            <a:endParaRPr lang="en-US" sz="1500" dirty="0"/>
          </a:p>
        </p:txBody>
      </p:sp>
      <p:sp>
        <p:nvSpPr>
          <p:cNvPr id="42" name="Text 40"/>
          <p:cNvSpPr/>
          <p:nvPr/>
        </p:nvSpPr>
        <p:spPr>
          <a:xfrm>
            <a:off x="4343400" y="5184725"/>
            <a:ext cx="2210276"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5B5478"/>
                </a:solidFill>
                <a:latin typeface="Nunito" pitchFamily="34" charset="0"/>
                <a:ea typeface="Nunito" pitchFamily="34" charset="-122"/>
                <a:cs typeface="Nunito" pitchFamily="34" charset="-120"/>
              </a:rPr>
              <a:t>yesterday · last summer</a:t>
            </a:r>
            <a:endParaRPr lang="en-US" sz="1200" dirty="0"/>
          </a:p>
        </p:txBody>
      </p:sp>
      <p:sp>
        <p:nvSpPr>
          <p:cNvPr id="43" name="Text 41"/>
          <p:cNvSpPr/>
          <p:nvPr/>
        </p:nvSpPr>
        <p:spPr>
          <a:xfrm>
            <a:off x="8053335" y="3551188"/>
            <a:ext cx="533504" cy="219075"/>
          </a:xfrm>
          <a:prstGeom prst="rect">
            <a:avLst/>
          </a:prstGeom>
          <a:noFill/>
          <a:ln/>
        </p:spPr>
        <p:txBody>
          <a:bodyPr wrap="square" lIns="0" tIns="0" rIns="0" bIns="0" rtlCol="0" anchor="t"/>
          <a:lstStyle/>
          <a:p>
            <a:pPr algn="ctr" indent="0" marL="0">
              <a:spcBef>
                <a:spcPts val="1500"/>
              </a:spcBef>
              <a:spcAft>
                <a:spcPts val="1500"/>
              </a:spcAft>
              <a:buNone/>
            </a:pPr>
            <a:r>
              <a:rPr lang="en-US" sz="1500" b="1" dirty="0">
                <a:solidFill>
                  <a:srgbClr val="FFFFFF"/>
                </a:solidFill>
                <a:latin typeface="Fredoka" pitchFamily="34" charset="0"/>
                <a:ea typeface="Fredoka" pitchFamily="34" charset="-122"/>
                <a:cs typeface="Fredoka" pitchFamily="34" charset="-120"/>
              </a:rPr>
              <a:t>NEXT</a:t>
            </a:r>
            <a:endParaRPr lang="en-US" sz="1500" dirty="0"/>
          </a:p>
        </p:txBody>
      </p:sp>
      <p:sp>
        <p:nvSpPr>
          <p:cNvPr id="44" name="Text 42"/>
          <p:cNvSpPr/>
          <p:nvPr/>
        </p:nvSpPr>
        <p:spPr>
          <a:xfrm>
            <a:off x="7267575" y="4775150"/>
            <a:ext cx="2210276" cy="219075"/>
          </a:xfrm>
          <a:prstGeom prst="rect">
            <a:avLst/>
          </a:prstGeom>
          <a:noFill/>
          <a:ln/>
        </p:spPr>
        <p:txBody>
          <a:bodyPr wrap="square" lIns="0" tIns="0" rIns="0" bIns="0" rtlCol="0" anchor="t"/>
          <a:lstStyle/>
          <a:p>
            <a:pPr algn="l" indent="0" marL="0">
              <a:spcBef>
                <a:spcPts val="1500"/>
              </a:spcBef>
              <a:spcAft>
                <a:spcPts val="1500"/>
              </a:spcAft>
              <a:buNone/>
            </a:pPr>
            <a:r>
              <a:rPr lang="en-US" sz="1500" b="1" dirty="0">
                <a:solidFill>
                  <a:srgbClr val="2B2552"/>
                </a:solidFill>
                <a:latin typeface="Fredoka" pitchFamily="34" charset="0"/>
                <a:ea typeface="Fredoka" pitchFamily="34" charset="-122"/>
                <a:cs typeface="Fredoka" pitchFamily="34" charset="-120"/>
              </a:rPr>
              <a:t>Future Simple</a:t>
            </a:r>
            <a:endParaRPr lang="en-US" sz="1500" dirty="0"/>
          </a:p>
        </p:txBody>
      </p:sp>
      <p:sp>
        <p:nvSpPr>
          <p:cNvPr id="45" name="Text 43"/>
          <p:cNvSpPr/>
          <p:nvPr/>
        </p:nvSpPr>
        <p:spPr>
          <a:xfrm>
            <a:off x="7267575" y="5184725"/>
            <a:ext cx="2210276"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5B5478"/>
                </a:solidFill>
                <a:latin typeface="Nunito" pitchFamily="34" charset="0"/>
                <a:ea typeface="Nunito" pitchFamily="34" charset="-122"/>
                <a:cs typeface="Nunito" pitchFamily="34" charset="-120"/>
              </a:rPr>
              <a:t>tomorrow · I think</a:t>
            </a:r>
            <a:endParaRPr lang="en-US" sz="1200" dirty="0"/>
          </a:p>
        </p:txBody>
      </p:sp>
      <p:sp>
        <p:nvSpPr>
          <p:cNvPr id="46" name="Text 44"/>
          <p:cNvSpPr/>
          <p:nvPr/>
        </p:nvSpPr>
        <p:spPr>
          <a:xfrm>
            <a:off x="7267575" y="5508575"/>
            <a:ext cx="2210276"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2B2552"/>
                </a:solidFill>
                <a:latin typeface="Fredoka" pitchFamily="34" charset="0"/>
                <a:ea typeface="Fredoka" pitchFamily="34" charset="-122"/>
                <a:cs typeface="Fredoka" pitchFamily="34" charset="-120"/>
              </a:rPr>
              <a:t>First Conditional</a:t>
            </a:r>
            <a:endParaRPr lang="en-US" sz="1500" dirty="0"/>
          </a:p>
        </p:txBody>
      </p:sp>
      <p:sp>
        <p:nvSpPr>
          <p:cNvPr id="47" name="Text 45"/>
          <p:cNvSpPr/>
          <p:nvPr/>
        </p:nvSpPr>
        <p:spPr>
          <a:xfrm>
            <a:off x="7267575" y="5918150"/>
            <a:ext cx="2210276"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5B5478"/>
                </a:solidFill>
                <a:latin typeface="Nunito" pitchFamily="34" charset="0"/>
                <a:ea typeface="Nunito" pitchFamily="34" charset="-122"/>
                <a:cs typeface="Nunito" pitchFamily="34" charset="-120"/>
              </a:rPr>
              <a:t>if …, will …</a:t>
            </a:r>
            <a:endParaRPr lang="en-US" sz="1200" dirty="0"/>
          </a:p>
        </p:txBody>
      </p:sp>
      <p:sp>
        <p:nvSpPr>
          <p:cNvPr id="48" name="Text 46"/>
          <p:cNvSpPr/>
          <p:nvPr/>
        </p:nvSpPr>
        <p:spPr>
          <a:xfrm>
            <a:off x="11027517" y="3551188"/>
            <a:ext cx="433492" cy="219075"/>
          </a:xfrm>
          <a:prstGeom prst="rect">
            <a:avLst/>
          </a:prstGeom>
          <a:noFill/>
          <a:ln/>
        </p:spPr>
        <p:txBody>
          <a:bodyPr wrap="square" lIns="0" tIns="0" rIns="0" bIns="0" rtlCol="0" anchor="t"/>
          <a:lstStyle/>
          <a:p>
            <a:pPr algn="ctr" indent="0" marL="0">
              <a:spcBef>
                <a:spcPts val="1500"/>
              </a:spcBef>
              <a:spcAft>
                <a:spcPts val="1500"/>
              </a:spcAft>
              <a:buNone/>
            </a:pPr>
            <a:r>
              <a:rPr lang="en-US" sz="1500" b="1" dirty="0">
                <a:solidFill>
                  <a:srgbClr val="FFFFFF"/>
                </a:solidFill>
                <a:latin typeface="Fredoka" pitchFamily="34" charset="0"/>
                <a:ea typeface="Fredoka" pitchFamily="34" charset="-122"/>
                <a:cs typeface="Fredoka" pitchFamily="34" charset="-120"/>
              </a:rPr>
              <a:t>LIFE</a:t>
            </a:r>
            <a:endParaRPr lang="en-US" sz="1500" dirty="0"/>
          </a:p>
        </p:txBody>
      </p:sp>
      <p:sp>
        <p:nvSpPr>
          <p:cNvPr id="49" name="Text 47"/>
          <p:cNvSpPr/>
          <p:nvPr/>
        </p:nvSpPr>
        <p:spPr>
          <a:xfrm>
            <a:off x="10191750" y="4775150"/>
            <a:ext cx="2210276" cy="219075"/>
          </a:xfrm>
          <a:prstGeom prst="rect">
            <a:avLst/>
          </a:prstGeom>
          <a:noFill/>
          <a:ln/>
        </p:spPr>
        <p:txBody>
          <a:bodyPr wrap="square" lIns="0" tIns="0" rIns="0" bIns="0" rtlCol="0" anchor="t"/>
          <a:lstStyle/>
          <a:p>
            <a:pPr algn="l" indent="0" marL="0">
              <a:spcBef>
                <a:spcPts val="1500"/>
              </a:spcBef>
              <a:spcAft>
                <a:spcPts val="1500"/>
              </a:spcAft>
              <a:buNone/>
            </a:pPr>
            <a:r>
              <a:rPr lang="en-US" sz="1500" b="1" dirty="0">
                <a:solidFill>
                  <a:srgbClr val="2B2552"/>
                </a:solidFill>
                <a:latin typeface="Fredoka" pitchFamily="34" charset="0"/>
                <a:ea typeface="Fredoka" pitchFamily="34" charset="-122"/>
                <a:cs typeface="Fredoka" pitchFamily="34" charset="-120"/>
              </a:rPr>
              <a:t>Present Perfect</a:t>
            </a:r>
            <a:endParaRPr lang="en-US" sz="1500" dirty="0"/>
          </a:p>
        </p:txBody>
      </p:sp>
      <p:sp>
        <p:nvSpPr>
          <p:cNvPr id="50" name="Text 48"/>
          <p:cNvSpPr/>
          <p:nvPr/>
        </p:nvSpPr>
        <p:spPr>
          <a:xfrm>
            <a:off x="10191750" y="5184725"/>
            <a:ext cx="2210276" cy="1714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5B5478"/>
                </a:solidFill>
                <a:latin typeface="Nunito" pitchFamily="34" charset="0"/>
                <a:ea typeface="Nunito" pitchFamily="34" charset="-122"/>
                <a:cs typeface="Nunito" pitchFamily="34" charset="-120"/>
              </a:rPr>
              <a:t>ever · never · yet</a:t>
            </a:r>
            <a:endParaRPr lang="en-US" sz="1200" dirty="0"/>
          </a:p>
        </p:txBody>
      </p:sp>
      <p:sp>
        <p:nvSpPr>
          <p:cNvPr id="51" name="Text 49"/>
          <p:cNvSpPr/>
          <p:nvPr/>
        </p:nvSpPr>
        <p:spPr>
          <a:xfrm>
            <a:off x="1457325" y="7108775"/>
            <a:ext cx="1349231"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QUICK CHECK</a:t>
            </a:r>
            <a:endParaRPr lang="en-US" sz="1050" dirty="0"/>
          </a:p>
        </p:txBody>
      </p:sp>
      <p:sp>
        <p:nvSpPr>
          <p:cNvPr id="52" name="Text 50"/>
          <p:cNvSpPr/>
          <p:nvPr/>
        </p:nvSpPr>
        <p:spPr>
          <a:xfrm>
            <a:off x="1457325" y="7346900"/>
            <a:ext cx="11431429" cy="257175"/>
          </a:xfrm>
          <a:prstGeom prst="rect">
            <a:avLst/>
          </a:prstGeom>
          <a:noFill/>
          <a:ln/>
        </p:spPr>
        <p:txBody>
          <a:bodyPr wrap="square" lIns="0" tIns="0" rIns="0" bIns="0" rtlCol="0" anchor="t"/>
          <a:lstStyle/>
          <a:p>
            <a:pPr algn="l" indent="0" marL="0">
              <a:spcBef>
                <a:spcPts val="600"/>
              </a:spcBef>
              <a:spcAft>
                <a:spcPts val="1500"/>
              </a:spcAft>
              <a:buNone/>
            </a:pPr>
            <a:r>
              <a:rPr lang="en-US" sz="1500" b="1" dirty="0">
                <a:solidFill>
                  <a:srgbClr val="2B2552"/>
                </a:solidFill>
                <a:latin typeface="Nunito" pitchFamily="34" charset="0"/>
                <a:ea typeface="Nunito" pitchFamily="34" charset="-122"/>
                <a:cs typeface="Nunito" pitchFamily="34" charset="-120"/>
              </a:rPr>
              <a:t>“I have visited the beach” — finished time, or life experience? 🤔</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2096750" y="6096000"/>
            <a:ext cx="1524000" cy="1524000"/>
          </a:xfrm>
          <a:prstGeom prst="roundRect">
            <a:avLst>
              <a:gd name="adj" fmla="val 624375"/>
            </a:avLst>
          </a:prstGeom>
          <a:solidFill>
            <a:srgbClr val="FFC83D"/>
          </a:solidFill>
          <a:ln/>
        </p:spPr>
      </p:sp>
      <p:sp>
        <p:nvSpPr>
          <p:cNvPr id="4" name="Shape 2"/>
          <p:cNvSpPr/>
          <p:nvPr/>
        </p:nvSpPr>
        <p:spPr>
          <a:xfrm>
            <a:off x="1123950" y="2723257"/>
            <a:ext cx="5600700" cy="3331666"/>
          </a:xfrm>
          <a:prstGeom prst="roundRect">
            <a:avLst>
              <a:gd name="adj" fmla="val 7433"/>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1419225" y="4245173"/>
            <a:ext cx="5010150" cy="1009650"/>
          </a:xfrm>
          <a:prstGeom prst="roundRect">
            <a:avLst>
              <a:gd name="adj" fmla="val 15094"/>
            </a:avLst>
          </a:prstGeom>
          <a:solidFill>
            <a:srgbClr val="F1ECFF"/>
          </a:solidFill>
          <a:ln/>
        </p:spPr>
      </p:sp>
      <p:sp>
        <p:nvSpPr>
          <p:cNvPr id="6" name="Shape 4"/>
          <p:cNvSpPr/>
          <p:nvPr/>
        </p:nvSpPr>
        <p:spPr>
          <a:xfrm>
            <a:off x="6991350" y="2723257"/>
            <a:ext cx="5600700" cy="3331666"/>
          </a:xfrm>
          <a:prstGeom prst="roundRect">
            <a:avLst>
              <a:gd name="adj" fmla="val 7433"/>
            </a:avLst>
          </a:prstGeom>
          <a:solidFill>
            <a:srgbClr val="FFFFFF"/>
          </a:solidFill>
          <a:ln/>
          <a:effectLst>
            <a:outerShdw sx="100000" sy="100000" kx="0" ky="0" algn="bl" rotWithShape="0" blurRad="285750" dist="133350" dir="5400000">
              <a:srgbClr val="FF6F91">
                <a:alpha val="18000"/>
              </a:srgbClr>
            </a:outerShdw>
          </a:effectLst>
        </p:spPr>
      </p:sp>
      <p:sp>
        <p:nvSpPr>
          <p:cNvPr id="7" name="Shape 5"/>
          <p:cNvSpPr/>
          <p:nvPr/>
        </p:nvSpPr>
        <p:spPr>
          <a:xfrm>
            <a:off x="7286625" y="4245173"/>
            <a:ext cx="5010150" cy="1009650"/>
          </a:xfrm>
          <a:prstGeom prst="roundRect">
            <a:avLst>
              <a:gd name="adj" fmla="val 15094"/>
            </a:avLst>
          </a:prstGeom>
          <a:solidFill>
            <a:srgbClr val="FFE9EF"/>
          </a:solidFill>
          <a:ln/>
        </p:spPr>
      </p:sp>
      <p:sp>
        <p:nvSpPr>
          <p:cNvPr id="8" name="Shape 6"/>
          <p:cNvSpPr/>
          <p:nvPr/>
        </p:nvSpPr>
        <p:spPr>
          <a:xfrm>
            <a:off x="1123950" y="6359723"/>
            <a:ext cx="11468100" cy="2176463"/>
          </a:xfrm>
          <a:prstGeom prst="roundRect">
            <a:avLst>
              <a:gd name="adj" fmla="val 10503"/>
            </a:avLst>
          </a:prstGeom>
          <a:solidFill>
            <a:srgbClr val="2B2552"/>
          </a:solidFill>
          <a:ln/>
        </p:spPr>
      </p:sp>
      <p:sp>
        <p:nvSpPr>
          <p:cNvPr id="9" name="Shape 7"/>
          <p:cNvSpPr/>
          <p:nvPr/>
        </p:nvSpPr>
        <p:spPr>
          <a:xfrm>
            <a:off x="1352550" y="7221736"/>
            <a:ext cx="5429250" cy="1085850"/>
          </a:xfrm>
          <a:prstGeom prst="roundRect">
            <a:avLst>
              <a:gd name="adj" fmla="val 14035"/>
            </a:avLst>
          </a:prstGeom>
          <a:solidFill>
            <a:srgbClr val="FFFFFF">
              <a:alpha val="10000"/>
            </a:srgbClr>
          </a:solidFill>
          <a:ln/>
        </p:spPr>
      </p:sp>
      <p:sp>
        <p:nvSpPr>
          <p:cNvPr id="10" name="Shape 8"/>
          <p:cNvSpPr/>
          <p:nvPr/>
        </p:nvSpPr>
        <p:spPr>
          <a:xfrm>
            <a:off x="6934200" y="7221736"/>
            <a:ext cx="5429250" cy="1085850"/>
          </a:xfrm>
          <a:prstGeom prst="roundRect">
            <a:avLst>
              <a:gd name="adj" fmla="val 14035"/>
            </a:avLst>
          </a:prstGeom>
          <a:solidFill>
            <a:srgbClr val="FFFFFF">
              <a:alpha val="10000"/>
            </a:srgbClr>
          </a:solidFill>
          <a:ln/>
        </p:spPr>
      </p:sp>
      <p:sp>
        <p:nvSpPr>
          <p:cNvPr id="11" name="Shape 9"/>
          <p:cNvSpPr/>
          <p:nvPr/>
        </p:nvSpPr>
        <p:spPr>
          <a:xfrm>
            <a:off x="1116179" y="8702889"/>
            <a:ext cx="11483641" cy="1190595"/>
          </a:xfrm>
          <a:prstGeom prst="roundRect">
            <a:avLst>
              <a:gd name="adj" fmla="val 12800"/>
            </a:avLst>
          </a:prstGeom>
          <a:solidFill>
            <a:srgbClr val="FFF4CC"/>
          </a:solidFill>
          <a:ln w="19050">
            <a:solidFill>
              <a:srgbClr val="F2C94C"/>
            </a:solidFill>
            <a:prstDash val="solid"/>
          </a:ln>
        </p:spPr>
      </p:sp>
      <p:sp>
        <p:nvSpPr>
          <p:cNvPr id="12" name="Shape 10"/>
          <p:cNvSpPr/>
          <p:nvPr/>
        </p:nvSpPr>
        <p:spPr>
          <a:xfrm>
            <a:off x="1123950" y="2766120"/>
            <a:ext cx="5600700" cy="0"/>
          </a:xfrm>
          <a:prstGeom prst="line">
            <a:avLst/>
          </a:prstGeom>
          <a:noFill/>
          <a:ln w="85725">
            <a:solidFill>
              <a:srgbClr val="7C5CFC"/>
            </a:solidFill>
            <a:prstDash val="solid"/>
          </a:ln>
        </p:spPr>
      </p:sp>
      <p:sp>
        <p:nvSpPr>
          <p:cNvPr id="13" name="Shape 11"/>
          <p:cNvSpPr/>
          <p:nvPr/>
        </p:nvSpPr>
        <p:spPr>
          <a:xfrm>
            <a:off x="6710363" y="2723257"/>
            <a:ext cx="0" cy="3331666"/>
          </a:xfrm>
          <a:prstGeom prst="line">
            <a:avLst/>
          </a:prstGeom>
          <a:noFill/>
          <a:ln w="28575">
            <a:solidFill>
              <a:srgbClr val="EFE7FF"/>
            </a:solidFill>
            <a:prstDash val="solid"/>
          </a:ln>
        </p:spPr>
      </p:sp>
      <p:sp>
        <p:nvSpPr>
          <p:cNvPr id="14" name="Shape 12"/>
          <p:cNvSpPr/>
          <p:nvPr/>
        </p:nvSpPr>
        <p:spPr>
          <a:xfrm>
            <a:off x="1123950" y="6040636"/>
            <a:ext cx="5600700" cy="0"/>
          </a:xfrm>
          <a:prstGeom prst="line">
            <a:avLst/>
          </a:prstGeom>
          <a:noFill/>
          <a:ln w="28575">
            <a:solidFill>
              <a:srgbClr val="EFE7FF"/>
            </a:solidFill>
            <a:prstDash val="solid"/>
          </a:ln>
        </p:spPr>
      </p:sp>
      <p:sp>
        <p:nvSpPr>
          <p:cNvPr id="15" name="Shape 13"/>
          <p:cNvSpPr/>
          <p:nvPr/>
        </p:nvSpPr>
        <p:spPr>
          <a:xfrm>
            <a:off x="1138238" y="2723257"/>
            <a:ext cx="0" cy="3331666"/>
          </a:xfrm>
          <a:prstGeom prst="line">
            <a:avLst/>
          </a:prstGeom>
          <a:noFill/>
          <a:ln w="28575">
            <a:solidFill>
              <a:srgbClr val="EFE7FF"/>
            </a:solidFill>
            <a:prstDash val="solid"/>
          </a:ln>
        </p:spPr>
      </p:sp>
      <p:sp>
        <p:nvSpPr>
          <p:cNvPr id="16" name="Shape 14"/>
          <p:cNvSpPr/>
          <p:nvPr/>
        </p:nvSpPr>
        <p:spPr>
          <a:xfrm>
            <a:off x="6991350" y="2766120"/>
            <a:ext cx="5600700" cy="0"/>
          </a:xfrm>
          <a:prstGeom prst="line">
            <a:avLst/>
          </a:prstGeom>
          <a:noFill/>
          <a:ln w="85725">
            <a:solidFill>
              <a:srgbClr val="FF6F91"/>
            </a:solidFill>
            <a:prstDash val="solid"/>
          </a:ln>
        </p:spPr>
      </p:sp>
      <p:sp>
        <p:nvSpPr>
          <p:cNvPr id="17" name="Shape 15"/>
          <p:cNvSpPr/>
          <p:nvPr/>
        </p:nvSpPr>
        <p:spPr>
          <a:xfrm>
            <a:off x="12577762" y="2723257"/>
            <a:ext cx="0" cy="3331666"/>
          </a:xfrm>
          <a:prstGeom prst="line">
            <a:avLst/>
          </a:prstGeom>
          <a:noFill/>
          <a:ln w="28575">
            <a:solidFill>
              <a:srgbClr val="EFE7FF"/>
            </a:solidFill>
            <a:prstDash val="solid"/>
          </a:ln>
        </p:spPr>
      </p:sp>
      <p:sp>
        <p:nvSpPr>
          <p:cNvPr id="18" name="Shape 16"/>
          <p:cNvSpPr/>
          <p:nvPr/>
        </p:nvSpPr>
        <p:spPr>
          <a:xfrm>
            <a:off x="6991350" y="6040636"/>
            <a:ext cx="5600700" cy="0"/>
          </a:xfrm>
          <a:prstGeom prst="line">
            <a:avLst/>
          </a:prstGeom>
          <a:noFill/>
          <a:ln w="28575">
            <a:solidFill>
              <a:srgbClr val="EFE7FF"/>
            </a:solidFill>
            <a:prstDash val="solid"/>
          </a:ln>
        </p:spPr>
      </p:sp>
      <p:sp>
        <p:nvSpPr>
          <p:cNvPr id="19" name="Shape 17"/>
          <p:cNvSpPr/>
          <p:nvPr/>
        </p:nvSpPr>
        <p:spPr>
          <a:xfrm>
            <a:off x="7005638" y="2723257"/>
            <a:ext cx="0" cy="3331666"/>
          </a:xfrm>
          <a:prstGeom prst="line">
            <a:avLst/>
          </a:prstGeom>
          <a:noFill/>
          <a:ln w="28575">
            <a:solidFill>
              <a:srgbClr val="EFE7FF"/>
            </a:solidFill>
            <a:prstDash val="solid"/>
          </a:ln>
        </p:spPr>
      </p:sp>
      <p:sp>
        <p:nvSpPr>
          <p:cNvPr id="20" name="Text 18"/>
          <p:cNvSpPr/>
          <p:nvPr/>
        </p:nvSpPr>
        <p:spPr>
          <a:xfrm>
            <a:off x="1123950" y="1123950"/>
            <a:ext cx="2887236" cy="295275"/>
          </a:xfrm>
          <a:prstGeom prst="rect">
            <a:avLst/>
          </a:prstGeom>
          <a:noFill/>
          <a:ln/>
        </p:spPr>
        <p:txBody>
          <a:bodyPr wrap="square" lIns="171450" tIns="66675" rIns="171450" bIns="66675" rtlCol="0" anchor="t"/>
          <a:lstStyle/>
          <a:p>
            <a:pPr algn="l" indent="0" marL="0">
              <a:buNone/>
            </a:pPr>
            <a:r>
              <a:rPr lang="en-US" sz="1125" b="1" dirty="0">
                <a:solidFill>
                  <a:srgbClr val="7C5CFC"/>
                </a:solidFill>
                <a:latin typeface="Fredoka" pitchFamily="34" charset="0"/>
                <a:ea typeface="Fredoka" pitchFamily="34" charset="-122"/>
                <a:cs typeface="Fredoka" pitchFamily="34" charset="-120"/>
              </a:rPr>
              <a:t>GRAMMAR 1 · PRESENT TIME</a:t>
            </a:r>
            <a:endParaRPr lang="en-US" sz="1125" dirty="0"/>
          </a:p>
        </p:txBody>
      </p:sp>
      <p:sp>
        <p:nvSpPr>
          <p:cNvPr id="21" name="Text 19"/>
          <p:cNvSpPr/>
          <p:nvPr/>
        </p:nvSpPr>
        <p:spPr>
          <a:xfrm>
            <a:off x="1123950" y="1533525"/>
            <a:ext cx="4383360" cy="515094"/>
          </a:xfrm>
          <a:prstGeom prst="rect">
            <a:avLst/>
          </a:prstGeom>
          <a:noFill/>
          <a:ln/>
        </p:spPr>
        <p:txBody>
          <a:bodyPr wrap="square" lIns="0" tIns="0" rIns="0" bIns="0" rtlCol="0" anchor="t"/>
          <a:lstStyle/>
          <a:p>
            <a:pPr algn="l" indent="0" marL="0">
              <a:lnSpc>
                <a:spcPts val="4056"/>
              </a:lnSpc>
              <a:spcBef>
                <a:spcPts val="900"/>
              </a:spcBef>
              <a:spcAft>
                <a:spcPts val="2613"/>
              </a:spcAft>
              <a:buNone/>
            </a:pPr>
            <a:r>
              <a:rPr lang="en-US" sz="3900" b="1" dirty="0">
                <a:solidFill>
                  <a:srgbClr val="2B2552"/>
                </a:solidFill>
                <a:latin typeface="Fredoka" pitchFamily="34" charset="0"/>
                <a:ea typeface="Fredoka" pitchFamily="34" charset="-122"/>
                <a:cs typeface="Fredoka" pitchFamily="34" charset="-120"/>
              </a:rPr>
              <a:t>Habit or Now? ⏳</a:t>
            </a:r>
            <a:endParaRPr lang="en-US" sz="3900" dirty="0"/>
          </a:p>
        </p:txBody>
      </p:sp>
      <p:sp>
        <p:nvSpPr>
          <p:cNvPr id="22" name="Text 20"/>
          <p:cNvSpPr/>
          <p:nvPr/>
        </p:nvSpPr>
        <p:spPr>
          <a:xfrm rot="21420000">
            <a:off x="10991478" y="1556891"/>
            <a:ext cx="1680210"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Present tenses</a:t>
            </a:r>
            <a:endParaRPr lang="en-US" sz="1350" dirty="0"/>
          </a:p>
        </p:txBody>
      </p:sp>
      <p:sp>
        <p:nvSpPr>
          <p:cNvPr id="23" name="Text 21"/>
          <p:cNvSpPr/>
          <p:nvPr/>
        </p:nvSpPr>
        <p:spPr>
          <a:xfrm>
            <a:off x="1419225" y="3312765"/>
            <a:ext cx="5260658" cy="323850"/>
          </a:xfrm>
          <a:prstGeom prst="rect">
            <a:avLst/>
          </a:prstGeom>
          <a:noFill/>
          <a:ln/>
        </p:spPr>
        <p:txBody>
          <a:bodyPr wrap="square" lIns="0" tIns="0" rIns="0" bIns="0" rtlCol="0" anchor="t"/>
          <a:lstStyle/>
          <a:p>
            <a:pPr algn="l" indent="0" marL="0">
              <a:spcBef>
                <a:spcPts val="1867"/>
              </a:spcBef>
              <a:spcAft>
                <a:spcPts val="1867"/>
              </a:spcAft>
              <a:buNone/>
            </a:pPr>
            <a:r>
              <a:rPr lang="en-US" sz="2250" b="1" dirty="0">
                <a:solidFill>
                  <a:srgbClr val="7C5CFC"/>
                </a:solidFill>
                <a:latin typeface="Fredoka" pitchFamily="34" charset="0"/>
                <a:ea typeface="Fredoka" pitchFamily="34" charset="-122"/>
                <a:cs typeface="Fredoka" pitchFamily="34" charset="-120"/>
              </a:rPr>
              <a:t>Present Simple</a:t>
            </a:r>
            <a:endParaRPr lang="en-US" sz="2250" dirty="0"/>
          </a:p>
        </p:txBody>
      </p:sp>
      <p:sp>
        <p:nvSpPr>
          <p:cNvPr id="24" name="Text 22"/>
          <p:cNvSpPr/>
          <p:nvPr/>
        </p:nvSpPr>
        <p:spPr>
          <a:xfrm>
            <a:off x="1419225" y="3873698"/>
            <a:ext cx="5260658" cy="200025"/>
          </a:xfrm>
          <a:prstGeom prst="rect">
            <a:avLst/>
          </a:prstGeom>
          <a:noFill/>
          <a:ln/>
        </p:spPr>
        <p:txBody>
          <a:bodyPr wrap="square" lIns="0" tIns="0" rIns="0" bIns="0" rtlCol="0" anchor="t"/>
          <a:lstStyle/>
          <a:p>
            <a:pPr algn="l" indent="0" marL="0">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habits, facts, routines</a:t>
            </a:r>
            <a:endParaRPr lang="en-US" sz="1350" dirty="0"/>
          </a:p>
        </p:txBody>
      </p:sp>
      <p:sp>
        <p:nvSpPr>
          <p:cNvPr id="25" name="Text 23"/>
          <p:cNvSpPr/>
          <p:nvPr/>
        </p:nvSpPr>
        <p:spPr>
          <a:xfrm>
            <a:off x="1609725" y="4435673"/>
            <a:ext cx="111108" cy="200025"/>
          </a:xfrm>
          <a:prstGeom prst="rect">
            <a:avLst/>
          </a:prstGeom>
          <a:noFill/>
          <a:ln/>
        </p:spPr>
        <p:txBody>
          <a:bodyPr wrap="square" lIns="0" tIns="0" rIns="0" bIns="0" rtlCol="0" anchor="t"/>
          <a:lstStyle/>
          <a:p>
            <a:pPr algn="l" indent="0" marL="0">
              <a:buNone/>
            </a:pPr>
            <a:r>
              <a:rPr lang="en-US" sz="1425" b="1" dirty="0">
                <a:solidFill>
                  <a:srgbClr val="7C5CFC"/>
                </a:solidFill>
                <a:latin typeface="Nunito" pitchFamily="34" charset="0"/>
                <a:ea typeface="Nunito" pitchFamily="34" charset="-122"/>
                <a:cs typeface="Nunito" pitchFamily="34" charset="-120"/>
              </a:rPr>
              <a:t>+</a:t>
            </a:r>
            <a:endParaRPr lang="en-US" sz="1425" dirty="0"/>
          </a:p>
        </p:txBody>
      </p:sp>
      <p:sp>
        <p:nvSpPr>
          <p:cNvPr id="26" name="Text 24"/>
          <p:cNvSpPr/>
          <p:nvPr/>
        </p:nvSpPr>
        <p:spPr>
          <a:xfrm>
            <a:off x="1609725" y="4645223"/>
            <a:ext cx="111108" cy="200025"/>
          </a:xfrm>
          <a:prstGeom prst="rect">
            <a:avLst/>
          </a:prstGeom>
          <a:noFill/>
          <a:ln/>
        </p:spPr>
        <p:txBody>
          <a:bodyPr wrap="square" lIns="0" tIns="0" rIns="0" bIns="0" rtlCol="0" anchor="t"/>
          <a:lstStyle/>
          <a:p>
            <a:pPr algn="l" indent="0" marL="0">
              <a:buNone/>
            </a:pPr>
            <a:r>
              <a:rPr lang="en-US" sz="1425" b="1" dirty="0">
                <a:solidFill>
                  <a:srgbClr val="7C5CFC"/>
                </a:solidFill>
                <a:latin typeface="Nunito" pitchFamily="34" charset="0"/>
                <a:ea typeface="Nunito" pitchFamily="34" charset="-122"/>
                <a:cs typeface="Nunito" pitchFamily="34" charset="-120"/>
              </a:rPr>
              <a:t>−</a:t>
            </a:r>
            <a:endParaRPr lang="en-US" sz="1425" dirty="0"/>
          </a:p>
        </p:txBody>
      </p:sp>
      <p:sp>
        <p:nvSpPr>
          <p:cNvPr id="27" name="Text 25"/>
          <p:cNvSpPr/>
          <p:nvPr/>
        </p:nvSpPr>
        <p:spPr>
          <a:xfrm>
            <a:off x="1609725" y="4854773"/>
            <a:ext cx="116108" cy="200025"/>
          </a:xfrm>
          <a:prstGeom prst="rect">
            <a:avLst/>
          </a:prstGeom>
          <a:noFill/>
          <a:ln/>
        </p:spPr>
        <p:txBody>
          <a:bodyPr wrap="square" lIns="0" tIns="0" rIns="0" bIns="0" rtlCol="0" anchor="t"/>
          <a:lstStyle/>
          <a:p>
            <a:pPr algn="l" indent="0" marL="0">
              <a:buNone/>
            </a:pPr>
            <a:r>
              <a:rPr lang="en-US" sz="1425" b="1" dirty="0">
                <a:solidFill>
                  <a:srgbClr val="7C5CFC"/>
                </a:solidFill>
                <a:latin typeface="Nunito" pitchFamily="34" charset="0"/>
                <a:ea typeface="Nunito" pitchFamily="34" charset="-122"/>
                <a:cs typeface="Nunito" pitchFamily="34" charset="-120"/>
              </a:rPr>
              <a:t>?</a:t>
            </a:r>
            <a:endParaRPr lang="en-US" sz="1425" dirty="0"/>
          </a:p>
        </p:txBody>
      </p:sp>
      <p:sp>
        <p:nvSpPr>
          <p:cNvPr id="28" name="Text 26"/>
          <p:cNvSpPr/>
          <p:nvPr/>
        </p:nvSpPr>
        <p:spPr>
          <a:xfrm>
            <a:off x="1419225" y="5407223"/>
            <a:ext cx="5260658" cy="190500"/>
          </a:xfrm>
          <a:prstGeom prst="rect">
            <a:avLst/>
          </a:prstGeom>
          <a:noFill/>
          <a:ln/>
        </p:spPr>
        <p:txBody>
          <a:bodyPr wrap="square" lIns="0" tIns="0" rIns="0" bIns="0" rtlCol="0" anchor="t"/>
          <a:lstStyle/>
          <a:p>
            <a:pPr algn="l" indent="0" marL="0">
              <a:spcBef>
                <a:spcPts val="1200"/>
              </a:spcBef>
              <a:spcAft>
                <a:spcPts val="1275"/>
              </a:spcAft>
              <a:buNone/>
            </a:pPr>
            <a:r>
              <a:rPr lang="en-US" sz="1275" b="1" dirty="0">
                <a:solidFill>
                  <a:srgbClr val="7C5CFC"/>
                </a:solidFill>
                <a:latin typeface="Nunito" pitchFamily="34" charset="0"/>
                <a:ea typeface="Nunito" pitchFamily="34" charset="-122"/>
                <a:cs typeface="Nunito" pitchFamily="34" charset="-120"/>
              </a:rPr>
              <a:t>every day · usually · on Mondays</a:t>
            </a:r>
            <a:endParaRPr lang="en-US" sz="1275" dirty="0"/>
          </a:p>
        </p:txBody>
      </p:sp>
      <p:sp>
        <p:nvSpPr>
          <p:cNvPr id="29" name="Text 27"/>
          <p:cNvSpPr/>
          <p:nvPr/>
        </p:nvSpPr>
        <p:spPr>
          <a:xfrm>
            <a:off x="7286625" y="3312765"/>
            <a:ext cx="5260658" cy="323850"/>
          </a:xfrm>
          <a:prstGeom prst="rect">
            <a:avLst/>
          </a:prstGeom>
          <a:noFill/>
          <a:ln/>
        </p:spPr>
        <p:txBody>
          <a:bodyPr wrap="square" lIns="0" tIns="0" rIns="0" bIns="0" rtlCol="0" anchor="t"/>
          <a:lstStyle/>
          <a:p>
            <a:pPr algn="l" indent="0" marL="0">
              <a:spcBef>
                <a:spcPts val="1867"/>
              </a:spcBef>
              <a:spcAft>
                <a:spcPts val="1867"/>
              </a:spcAft>
              <a:buNone/>
            </a:pPr>
            <a:r>
              <a:rPr lang="en-US" sz="2250" b="1" dirty="0">
                <a:solidFill>
                  <a:srgbClr val="FF6F91"/>
                </a:solidFill>
                <a:latin typeface="Fredoka" pitchFamily="34" charset="0"/>
                <a:ea typeface="Fredoka" pitchFamily="34" charset="-122"/>
                <a:cs typeface="Fredoka" pitchFamily="34" charset="-120"/>
              </a:rPr>
              <a:t>Present Continuous</a:t>
            </a:r>
            <a:endParaRPr lang="en-US" sz="2250" dirty="0"/>
          </a:p>
        </p:txBody>
      </p:sp>
      <p:sp>
        <p:nvSpPr>
          <p:cNvPr id="30" name="Text 28"/>
          <p:cNvSpPr/>
          <p:nvPr/>
        </p:nvSpPr>
        <p:spPr>
          <a:xfrm>
            <a:off x="7286625" y="3873698"/>
            <a:ext cx="5260658" cy="200025"/>
          </a:xfrm>
          <a:prstGeom prst="rect">
            <a:avLst/>
          </a:prstGeom>
          <a:noFill/>
          <a:ln/>
        </p:spPr>
        <p:txBody>
          <a:bodyPr wrap="square" lIns="0" tIns="0" rIns="0" bIns="0" rtlCol="0" anchor="t"/>
          <a:lstStyle/>
          <a:p>
            <a:pPr algn="l" indent="0" marL="0">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now, temporary situations</a:t>
            </a:r>
            <a:endParaRPr lang="en-US" sz="1350" dirty="0"/>
          </a:p>
        </p:txBody>
      </p:sp>
      <p:sp>
        <p:nvSpPr>
          <p:cNvPr id="31" name="Text 29"/>
          <p:cNvSpPr/>
          <p:nvPr/>
        </p:nvSpPr>
        <p:spPr>
          <a:xfrm>
            <a:off x="7477125" y="4435673"/>
            <a:ext cx="111108" cy="200025"/>
          </a:xfrm>
          <a:prstGeom prst="rect">
            <a:avLst/>
          </a:prstGeom>
          <a:noFill/>
          <a:ln/>
        </p:spPr>
        <p:txBody>
          <a:bodyPr wrap="square" lIns="0" tIns="0" rIns="0" bIns="0" rtlCol="0" anchor="t"/>
          <a:lstStyle/>
          <a:p>
            <a:pPr algn="l" indent="0" marL="0">
              <a:buNone/>
            </a:pPr>
            <a:r>
              <a:rPr lang="en-US" sz="1425" b="1" dirty="0">
                <a:solidFill>
                  <a:srgbClr val="FF6F91"/>
                </a:solidFill>
                <a:latin typeface="Nunito" pitchFamily="34" charset="0"/>
                <a:ea typeface="Nunito" pitchFamily="34" charset="-122"/>
                <a:cs typeface="Nunito" pitchFamily="34" charset="-120"/>
              </a:rPr>
              <a:t>+</a:t>
            </a:r>
            <a:endParaRPr lang="en-US" sz="1425" dirty="0"/>
          </a:p>
        </p:txBody>
      </p:sp>
      <p:sp>
        <p:nvSpPr>
          <p:cNvPr id="32" name="Text 30"/>
          <p:cNvSpPr/>
          <p:nvPr/>
        </p:nvSpPr>
        <p:spPr>
          <a:xfrm>
            <a:off x="7477125" y="4645223"/>
            <a:ext cx="111108" cy="200025"/>
          </a:xfrm>
          <a:prstGeom prst="rect">
            <a:avLst/>
          </a:prstGeom>
          <a:noFill/>
          <a:ln/>
        </p:spPr>
        <p:txBody>
          <a:bodyPr wrap="square" lIns="0" tIns="0" rIns="0" bIns="0" rtlCol="0" anchor="t"/>
          <a:lstStyle/>
          <a:p>
            <a:pPr algn="l" indent="0" marL="0">
              <a:buNone/>
            </a:pPr>
            <a:r>
              <a:rPr lang="en-US" sz="1425" b="1" dirty="0">
                <a:solidFill>
                  <a:srgbClr val="FF6F91"/>
                </a:solidFill>
                <a:latin typeface="Nunito" pitchFamily="34" charset="0"/>
                <a:ea typeface="Nunito" pitchFamily="34" charset="-122"/>
                <a:cs typeface="Nunito" pitchFamily="34" charset="-120"/>
              </a:rPr>
              <a:t>−</a:t>
            </a:r>
            <a:endParaRPr lang="en-US" sz="1425" dirty="0"/>
          </a:p>
        </p:txBody>
      </p:sp>
      <p:sp>
        <p:nvSpPr>
          <p:cNvPr id="33" name="Text 31"/>
          <p:cNvSpPr/>
          <p:nvPr/>
        </p:nvSpPr>
        <p:spPr>
          <a:xfrm>
            <a:off x="7477125" y="4854773"/>
            <a:ext cx="116108" cy="200025"/>
          </a:xfrm>
          <a:prstGeom prst="rect">
            <a:avLst/>
          </a:prstGeom>
          <a:noFill/>
          <a:ln/>
        </p:spPr>
        <p:txBody>
          <a:bodyPr wrap="square" lIns="0" tIns="0" rIns="0" bIns="0" rtlCol="0" anchor="t"/>
          <a:lstStyle/>
          <a:p>
            <a:pPr algn="l" indent="0" marL="0">
              <a:buNone/>
            </a:pPr>
            <a:r>
              <a:rPr lang="en-US" sz="1425" b="1" dirty="0">
                <a:solidFill>
                  <a:srgbClr val="FF6F91"/>
                </a:solidFill>
                <a:latin typeface="Nunito" pitchFamily="34" charset="0"/>
                <a:ea typeface="Nunito" pitchFamily="34" charset="-122"/>
                <a:cs typeface="Nunito" pitchFamily="34" charset="-120"/>
              </a:rPr>
              <a:t>?</a:t>
            </a:r>
            <a:endParaRPr lang="en-US" sz="1425" dirty="0"/>
          </a:p>
        </p:txBody>
      </p:sp>
      <p:sp>
        <p:nvSpPr>
          <p:cNvPr id="34" name="Text 32"/>
          <p:cNvSpPr/>
          <p:nvPr/>
        </p:nvSpPr>
        <p:spPr>
          <a:xfrm>
            <a:off x="7286625" y="5407223"/>
            <a:ext cx="5260658" cy="190500"/>
          </a:xfrm>
          <a:prstGeom prst="rect">
            <a:avLst/>
          </a:prstGeom>
          <a:noFill/>
          <a:ln/>
        </p:spPr>
        <p:txBody>
          <a:bodyPr wrap="square" lIns="0" tIns="0" rIns="0" bIns="0" rtlCol="0" anchor="t"/>
          <a:lstStyle/>
          <a:p>
            <a:pPr algn="l" indent="0" marL="0">
              <a:spcBef>
                <a:spcPts val="1200"/>
              </a:spcBef>
              <a:spcAft>
                <a:spcPts val="1275"/>
              </a:spcAft>
              <a:buNone/>
            </a:pPr>
            <a:r>
              <a:rPr lang="en-US" sz="1275" b="1" dirty="0">
                <a:solidFill>
                  <a:srgbClr val="FF6F91"/>
                </a:solidFill>
                <a:latin typeface="Nunito" pitchFamily="34" charset="0"/>
                <a:ea typeface="Nunito" pitchFamily="34" charset="-122"/>
                <a:cs typeface="Nunito" pitchFamily="34" charset="-120"/>
              </a:rPr>
              <a:t>now · at the moment · this week</a:t>
            </a:r>
            <a:endParaRPr lang="en-US" sz="1275" dirty="0"/>
          </a:p>
        </p:txBody>
      </p:sp>
      <p:sp>
        <p:nvSpPr>
          <p:cNvPr id="35" name="Text 33"/>
          <p:cNvSpPr/>
          <p:nvPr/>
        </p:nvSpPr>
        <p:spPr>
          <a:xfrm>
            <a:off x="1352550" y="6762155"/>
            <a:ext cx="11561445" cy="285750"/>
          </a:xfrm>
          <a:prstGeom prst="rect">
            <a:avLst/>
          </a:prstGeom>
          <a:noFill/>
          <a:ln/>
        </p:spPr>
        <p:txBody>
          <a:bodyPr wrap="square" lIns="0" tIns="0" rIns="0" bIns="0" rtlCol="0" anchor="t"/>
          <a:lstStyle/>
          <a:p>
            <a:pPr algn="l" indent="0" marL="0">
              <a:spcBef>
                <a:spcPts val="1370"/>
              </a:spcBef>
              <a:spcAft>
                <a:spcPts val="1370"/>
              </a:spcAft>
              <a:buNone/>
            </a:pPr>
            <a:r>
              <a:rPr lang="en-US" sz="1650" b="1" dirty="0">
                <a:solidFill>
                  <a:srgbClr val="FFFFFF"/>
                </a:solidFill>
                <a:latin typeface="Fredoka" pitchFamily="34" charset="0"/>
                <a:ea typeface="Fredoka" pitchFamily="34" charset="-122"/>
                <a:cs typeface="Fredoka" pitchFamily="34" charset="-120"/>
              </a:rPr>
              <a:t>🎯 Choose: routine or happening now?</a:t>
            </a:r>
            <a:endParaRPr lang="en-US" sz="1650" dirty="0"/>
          </a:p>
        </p:txBody>
      </p:sp>
      <p:sp>
        <p:nvSpPr>
          <p:cNvPr id="36" name="Text 34"/>
          <p:cNvSpPr/>
          <p:nvPr/>
        </p:nvSpPr>
        <p:spPr>
          <a:xfrm>
            <a:off x="1504950" y="7555111"/>
            <a:ext cx="5380673" cy="209550"/>
          </a:xfrm>
          <a:prstGeom prst="rect">
            <a:avLst/>
          </a:prstGeom>
          <a:noFill/>
          <a:ln/>
        </p:spPr>
        <p:txBody>
          <a:bodyPr wrap="square" lIns="0" tIns="0" rIns="0" bIns="0" rtlCol="0" anchor="t"/>
          <a:lstStyle/>
          <a:p>
            <a:pPr algn="l" indent="0" marL="0">
              <a:spcBef>
                <a:spcPts val="1425"/>
              </a:spcBef>
              <a:spcAft>
                <a:spcPts val="1425"/>
              </a:spcAft>
              <a:buNone/>
            </a:pPr>
            <a:r>
              <a:rPr lang="en-US" sz="1425" dirty="0">
                <a:solidFill>
                  <a:srgbClr val="FFFFFF"/>
                </a:solidFill>
                <a:latin typeface="Nunito" pitchFamily="34" charset="0"/>
                <a:ea typeface="Nunito" pitchFamily="34" charset="-122"/>
                <a:cs typeface="Nunito" pitchFamily="34" charset="-120"/>
              </a:rPr>
              <a:t>A. I usually</a:t>
            </a:r>
            <a:endParaRPr lang="en-US" sz="1425" dirty="0"/>
          </a:p>
        </p:txBody>
      </p:sp>
      <p:sp>
        <p:nvSpPr>
          <p:cNvPr id="37" name="Text 35"/>
          <p:cNvSpPr/>
          <p:nvPr/>
        </p:nvSpPr>
        <p:spPr>
          <a:xfrm>
            <a:off x="7086600" y="7555111"/>
            <a:ext cx="5380673" cy="209550"/>
          </a:xfrm>
          <a:prstGeom prst="rect">
            <a:avLst/>
          </a:prstGeom>
          <a:noFill/>
          <a:ln/>
        </p:spPr>
        <p:txBody>
          <a:bodyPr wrap="square" lIns="0" tIns="0" rIns="0" bIns="0" rtlCol="0" anchor="t"/>
          <a:lstStyle/>
          <a:p>
            <a:pPr algn="l" indent="0" marL="0">
              <a:spcBef>
                <a:spcPts val="1425"/>
              </a:spcBef>
              <a:spcAft>
                <a:spcPts val="1425"/>
              </a:spcAft>
              <a:buNone/>
            </a:pPr>
            <a:r>
              <a:rPr lang="en-US" sz="1425" dirty="0">
                <a:solidFill>
                  <a:srgbClr val="FFFFFF"/>
                </a:solidFill>
                <a:latin typeface="Nunito" pitchFamily="34" charset="0"/>
                <a:ea typeface="Nunito" pitchFamily="34" charset="-122"/>
                <a:cs typeface="Nunito" pitchFamily="34" charset="-120"/>
              </a:rPr>
              <a:t>B. I</a:t>
            </a:r>
            <a:endParaRPr lang="en-US" sz="1425" dirty="0"/>
          </a:p>
        </p:txBody>
      </p:sp>
      <p:sp>
        <p:nvSpPr>
          <p:cNvPr id="38" name="Text 36"/>
          <p:cNvSpPr/>
          <p:nvPr/>
        </p:nvSpPr>
        <p:spPr>
          <a:xfrm>
            <a:off x="1348734" y="9101132"/>
            <a:ext cx="1595387" cy="169332"/>
          </a:xfrm>
          <a:prstGeom prst="rect">
            <a:avLst/>
          </a:prstGeom>
          <a:noFill/>
          <a:ln/>
        </p:spPr>
        <p:txBody>
          <a:bodyPr wrap="square" lIns="0" tIns="0" rIns="0" bIns="0" rtlCol="0" anchor="t"/>
          <a:lstStyle/>
          <a:p>
            <a:pPr algn="l" indent="0" marL="0">
              <a:buNone/>
            </a:pPr>
            <a:r>
              <a:rPr lang="en-US" sz="975" b="1" dirty="0">
                <a:solidFill>
                  <a:srgbClr val="B58400"/>
                </a:solidFill>
                <a:latin typeface="Fredoka" pitchFamily="34" charset="0"/>
                <a:ea typeface="Fredoka" pitchFamily="34" charset="-122"/>
                <a:cs typeface="Fredoka" pitchFamily="34" charset="-120"/>
              </a:rPr>
              <a:t>⚠️ COMMON MISTAKE</a:t>
            </a:r>
            <a:endParaRPr lang="en-US" sz="975" dirty="0"/>
          </a:p>
        </p:txBody>
      </p:sp>
      <p:sp>
        <p:nvSpPr>
          <p:cNvPr id="39" name="Text 37"/>
          <p:cNvSpPr/>
          <p:nvPr/>
        </p:nvSpPr>
        <p:spPr>
          <a:xfrm>
            <a:off x="1352225" y="9135438"/>
            <a:ext cx="11563350" cy="392162"/>
          </a:xfrm>
          <a:prstGeom prst="rect">
            <a:avLst/>
          </a:prstGeom>
          <a:noFill/>
          <a:ln/>
        </p:spPr>
        <p:txBody>
          <a:bodyPr wrap="square" lIns="0" tIns="0" rIns="0" bIns="0" rtlCol="0" anchor="t"/>
          <a:lstStyle/>
          <a:p>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“I am </a:t>
            </a:r>
            <a:pPr algn="l" indent="0" marL="0">
              <a:spcBef>
                <a:spcPts val="300"/>
              </a:spcBef>
              <a:spcAft>
                <a:spcPts val="1350"/>
              </a:spcAft>
              <a:buNone/>
            </a:pPr>
            <a:r>
              <a:rPr lang="en-US" sz="1350" u="sng" dirty="0">
                <a:solidFill>
                  <a:srgbClr val="2B2552"/>
                </a:solidFill>
                <a:latin typeface="Nunito" pitchFamily="34" charset="0"/>
                <a:ea typeface="Nunito" pitchFamily="34" charset="-122"/>
                <a:cs typeface="Nunito" pitchFamily="34" charset="-120"/>
              </a:rPr>
              <a:t>liking</a:t>
            </a:r>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 winter.” For opinions &amp; states, use simple: “I </a:t>
            </a:r>
            <a:pPr algn="l" indent="0" marL="0">
              <a:spcBef>
                <a:spcPts val="300"/>
              </a:spcBef>
              <a:spcAft>
                <a:spcPts val="1350"/>
              </a:spcAft>
              <a:buNone/>
            </a:pPr>
            <a:r>
              <a:rPr lang="en-US" sz="1350" b="1" dirty="0">
                <a:solidFill>
                  <a:srgbClr val="2B2552"/>
                </a:solidFill>
                <a:latin typeface="Nunito" pitchFamily="34" charset="0"/>
                <a:ea typeface="Nunito" pitchFamily="34" charset="-122"/>
                <a:cs typeface="Nunito" pitchFamily="34" charset="-120"/>
              </a:rPr>
              <a:t>like</a:t>
            </a:r>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 winter.”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23950" y="3056632"/>
            <a:ext cx="3670250" cy="3162300"/>
          </a:xfrm>
          <a:prstGeom prst="roundRect">
            <a:avLst>
              <a:gd name="adj" fmla="val 7831"/>
            </a:avLst>
          </a:prstGeom>
          <a:solidFill>
            <a:srgbClr val="FFFFFF"/>
          </a:solidFill>
          <a:ln/>
          <a:effectLst>
            <a:outerShdw sx="100000" sy="100000" kx="0" ky="0" algn="bl" rotWithShape="0" blurRad="285750" dist="133350" dir="5400000">
              <a:srgbClr val="FF6F91">
                <a:alpha val="18000"/>
              </a:srgbClr>
            </a:outerShdw>
          </a:effectLst>
        </p:spPr>
      </p:sp>
      <p:sp>
        <p:nvSpPr>
          <p:cNvPr id="4" name="Shape 2"/>
          <p:cNvSpPr/>
          <p:nvPr/>
        </p:nvSpPr>
        <p:spPr>
          <a:xfrm>
            <a:off x="5022800" y="3056632"/>
            <a:ext cx="3670250" cy="3162300"/>
          </a:xfrm>
          <a:prstGeom prst="roundRect">
            <a:avLst>
              <a:gd name="adj" fmla="val 7831"/>
            </a:avLst>
          </a:prstGeom>
          <a:solidFill>
            <a:srgbClr val="FFFFFF"/>
          </a:solidFill>
          <a:ln/>
          <a:effectLst>
            <a:outerShdw sx="100000" sy="100000" kx="0" ky="0" algn="bl" rotWithShape="0" blurRad="285750" dist="133350" dir="5400000">
              <a:srgbClr val="FF6F91">
                <a:alpha val="18000"/>
              </a:srgbClr>
            </a:outerShdw>
          </a:effectLst>
        </p:spPr>
      </p:sp>
      <p:sp>
        <p:nvSpPr>
          <p:cNvPr id="5" name="Shape 3"/>
          <p:cNvSpPr/>
          <p:nvPr/>
        </p:nvSpPr>
        <p:spPr>
          <a:xfrm>
            <a:off x="8921651" y="3056632"/>
            <a:ext cx="3670399" cy="3162300"/>
          </a:xfrm>
          <a:prstGeom prst="roundRect">
            <a:avLst>
              <a:gd name="adj" fmla="val 7831"/>
            </a:avLst>
          </a:prstGeom>
          <a:solidFill>
            <a:srgbClr val="FFFFFF"/>
          </a:solidFill>
          <a:ln/>
          <a:effectLst>
            <a:outerShdw sx="100000" sy="100000" kx="0" ky="0" algn="bl" rotWithShape="0" blurRad="285750" dist="133350" dir="5400000">
              <a:srgbClr val="FF6F91">
                <a:alpha val="18000"/>
              </a:srgbClr>
            </a:outerShdw>
          </a:effectLst>
        </p:spPr>
      </p:sp>
      <p:sp>
        <p:nvSpPr>
          <p:cNvPr id="6" name="Shape 4"/>
          <p:cNvSpPr/>
          <p:nvPr/>
        </p:nvSpPr>
        <p:spPr>
          <a:xfrm>
            <a:off x="1123950" y="6523732"/>
            <a:ext cx="11468100" cy="2105025"/>
          </a:xfrm>
          <a:prstGeom prst="roundRect">
            <a:avLst>
              <a:gd name="adj" fmla="val 10860"/>
            </a:avLst>
          </a:prstGeom>
          <a:solidFill>
            <a:srgbClr val="2B2552"/>
          </a:solidFill>
          <a:ln/>
        </p:spPr>
      </p:sp>
      <p:sp>
        <p:nvSpPr>
          <p:cNvPr id="7" name="Shape 5"/>
          <p:cNvSpPr/>
          <p:nvPr/>
        </p:nvSpPr>
        <p:spPr>
          <a:xfrm>
            <a:off x="1123950" y="8895457"/>
            <a:ext cx="11468100" cy="1114425"/>
          </a:xfrm>
          <a:prstGeom prst="roundRect">
            <a:avLst>
              <a:gd name="adj" fmla="val 15385"/>
            </a:avLst>
          </a:prstGeom>
          <a:solidFill>
            <a:srgbClr val="E8FBF4"/>
          </a:solidFill>
          <a:ln/>
        </p:spPr>
      </p:sp>
      <p:sp>
        <p:nvSpPr>
          <p:cNvPr id="8" name="Shape 6"/>
          <p:cNvSpPr/>
          <p:nvPr/>
        </p:nvSpPr>
        <p:spPr>
          <a:xfrm>
            <a:off x="1123950" y="3099495"/>
            <a:ext cx="3670250" cy="0"/>
          </a:xfrm>
          <a:prstGeom prst="line">
            <a:avLst/>
          </a:prstGeom>
          <a:noFill/>
          <a:ln w="85725">
            <a:solidFill>
              <a:srgbClr val="FF6F91"/>
            </a:solidFill>
            <a:prstDash val="solid"/>
          </a:ln>
        </p:spPr>
      </p:sp>
      <p:sp>
        <p:nvSpPr>
          <p:cNvPr id="9" name="Shape 7"/>
          <p:cNvSpPr/>
          <p:nvPr/>
        </p:nvSpPr>
        <p:spPr>
          <a:xfrm>
            <a:off x="4779913" y="3056632"/>
            <a:ext cx="0" cy="3162300"/>
          </a:xfrm>
          <a:prstGeom prst="line">
            <a:avLst/>
          </a:prstGeom>
          <a:noFill/>
          <a:ln w="28575">
            <a:solidFill>
              <a:srgbClr val="EFE7FF"/>
            </a:solidFill>
            <a:prstDash val="solid"/>
          </a:ln>
        </p:spPr>
      </p:sp>
      <p:sp>
        <p:nvSpPr>
          <p:cNvPr id="10" name="Shape 8"/>
          <p:cNvSpPr/>
          <p:nvPr/>
        </p:nvSpPr>
        <p:spPr>
          <a:xfrm>
            <a:off x="1123950" y="6204645"/>
            <a:ext cx="3670250" cy="0"/>
          </a:xfrm>
          <a:prstGeom prst="line">
            <a:avLst/>
          </a:prstGeom>
          <a:noFill/>
          <a:ln w="28575">
            <a:solidFill>
              <a:srgbClr val="EFE7FF"/>
            </a:solidFill>
            <a:prstDash val="solid"/>
          </a:ln>
        </p:spPr>
      </p:sp>
      <p:sp>
        <p:nvSpPr>
          <p:cNvPr id="11" name="Shape 9"/>
          <p:cNvSpPr/>
          <p:nvPr/>
        </p:nvSpPr>
        <p:spPr>
          <a:xfrm>
            <a:off x="1138238" y="3056632"/>
            <a:ext cx="0" cy="3162300"/>
          </a:xfrm>
          <a:prstGeom prst="line">
            <a:avLst/>
          </a:prstGeom>
          <a:noFill/>
          <a:ln w="28575">
            <a:solidFill>
              <a:srgbClr val="EFE7FF"/>
            </a:solidFill>
            <a:prstDash val="solid"/>
          </a:ln>
        </p:spPr>
      </p:sp>
      <p:sp>
        <p:nvSpPr>
          <p:cNvPr id="12" name="Shape 10"/>
          <p:cNvSpPr/>
          <p:nvPr/>
        </p:nvSpPr>
        <p:spPr>
          <a:xfrm>
            <a:off x="5022800" y="3099495"/>
            <a:ext cx="3670250" cy="0"/>
          </a:xfrm>
          <a:prstGeom prst="line">
            <a:avLst/>
          </a:prstGeom>
          <a:noFill/>
          <a:ln w="85725">
            <a:solidFill>
              <a:srgbClr val="FF6F91"/>
            </a:solidFill>
            <a:prstDash val="solid"/>
          </a:ln>
        </p:spPr>
      </p:sp>
      <p:sp>
        <p:nvSpPr>
          <p:cNvPr id="13" name="Shape 11"/>
          <p:cNvSpPr/>
          <p:nvPr/>
        </p:nvSpPr>
        <p:spPr>
          <a:xfrm>
            <a:off x="8678763" y="3056632"/>
            <a:ext cx="0" cy="3162300"/>
          </a:xfrm>
          <a:prstGeom prst="line">
            <a:avLst/>
          </a:prstGeom>
          <a:noFill/>
          <a:ln w="28575">
            <a:solidFill>
              <a:srgbClr val="EFE7FF"/>
            </a:solidFill>
            <a:prstDash val="solid"/>
          </a:ln>
        </p:spPr>
      </p:sp>
      <p:sp>
        <p:nvSpPr>
          <p:cNvPr id="14" name="Shape 12"/>
          <p:cNvSpPr/>
          <p:nvPr/>
        </p:nvSpPr>
        <p:spPr>
          <a:xfrm>
            <a:off x="5022800" y="6204645"/>
            <a:ext cx="3670250" cy="0"/>
          </a:xfrm>
          <a:prstGeom prst="line">
            <a:avLst/>
          </a:prstGeom>
          <a:noFill/>
          <a:ln w="28575">
            <a:solidFill>
              <a:srgbClr val="EFE7FF"/>
            </a:solidFill>
            <a:prstDash val="solid"/>
          </a:ln>
        </p:spPr>
      </p:sp>
      <p:sp>
        <p:nvSpPr>
          <p:cNvPr id="15" name="Shape 13"/>
          <p:cNvSpPr/>
          <p:nvPr/>
        </p:nvSpPr>
        <p:spPr>
          <a:xfrm>
            <a:off x="5037088" y="3056632"/>
            <a:ext cx="0" cy="3162300"/>
          </a:xfrm>
          <a:prstGeom prst="line">
            <a:avLst/>
          </a:prstGeom>
          <a:noFill/>
          <a:ln w="28575">
            <a:solidFill>
              <a:srgbClr val="EFE7FF"/>
            </a:solidFill>
            <a:prstDash val="solid"/>
          </a:ln>
        </p:spPr>
      </p:sp>
      <p:sp>
        <p:nvSpPr>
          <p:cNvPr id="16" name="Shape 14"/>
          <p:cNvSpPr/>
          <p:nvPr/>
        </p:nvSpPr>
        <p:spPr>
          <a:xfrm>
            <a:off x="8921651" y="3099495"/>
            <a:ext cx="3670399" cy="0"/>
          </a:xfrm>
          <a:prstGeom prst="line">
            <a:avLst/>
          </a:prstGeom>
          <a:noFill/>
          <a:ln w="85725">
            <a:solidFill>
              <a:srgbClr val="FF6F91"/>
            </a:solidFill>
            <a:prstDash val="solid"/>
          </a:ln>
        </p:spPr>
      </p:sp>
      <p:sp>
        <p:nvSpPr>
          <p:cNvPr id="17" name="Shape 15"/>
          <p:cNvSpPr/>
          <p:nvPr/>
        </p:nvSpPr>
        <p:spPr>
          <a:xfrm>
            <a:off x="12577762" y="3056632"/>
            <a:ext cx="0" cy="3162300"/>
          </a:xfrm>
          <a:prstGeom prst="line">
            <a:avLst/>
          </a:prstGeom>
          <a:noFill/>
          <a:ln w="28575">
            <a:solidFill>
              <a:srgbClr val="EFE7FF"/>
            </a:solidFill>
            <a:prstDash val="solid"/>
          </a:ln>
        </p:spPr>
      </p:sp>
      <p:sp>
        <p:nvSpPr>
          <p:cNvPr id="18" name="Shape 16"/>
          <p:cNvSpPr/>
          <p:nvPr/>
        </p:nvSpPr>
        <p:spPr>
          <a:xfrm>
            <a:off x="8921651" y="6204645"/>
            <a:ext cx="3670399" cy="0"/>
          </a:xfrm>
          <a:prstGeom prst="line">
            <a:avLst/>
          </a:prstGeom>
          <a:noFill/>
          <a:ln w="28575">
            <a:solidFill>
              <a:srgbClr val="EFE7FF"/>
            </a:solidFill>
            <a:prstDash val="solid"/>
          </a:ln>
        </p:spPr>
      </p:sp>
      <p:sp>
        <p:nvSpPr>
          <p:cNvPr id="19" name="Shape 17"/>
          <p:cNvSpPr/>
          <p:nvPr/>
        </p:nvSpPr>
        <p:spPr>
          <a:xfrm>
            <a:off x="8935938" y="3056632"/>
            <a:ext cx="0" cy="3162300"/>
          </a:xfrm>
          <a:prstGeom prst="line">
            <a:avLst/>
          </a:prstGeom>
          <a:noFill/>
          <a:ln w="28575">
            <a:solidFill>
              <a:srgbClr val="EFE7FF"/>
            </a:solidFill>
            <a:prstDash val="solid"/>
          </a:ln>
        </p:spPr>
      </p:sp>
      <p:sp>
        <p:nvSpPr>
          <p:cNvPr id="20" name="Shape 18"/>
          <p:cNvSpPr/>
          <p:nvPr/>
        </p:nvSpPr>
        <p:spPr>
          <a:xfrm>
            <a:off x="1166813" y="8895457"/>
            <a:ext cx="0" cy="1114425"/>
          </a:xfrm>
          <a:prstGeom prst="line">
            <a:avLst/>
          </a:prstGeom>
          <a:noFill/>
          <a:ln w="85725">
            <a:solidFill>
              <a:srgbClr val="2FD0A8"/>
            </a:solidFill>
            <a:prstDash val="solid"/>
          </a:ln>
        </p:spPr>
      </p:sp>
      <p:sp>
        <p:nvSpPr>
          <p:cNvPr id="21" name="Text 19"/>
          <p:cNvSpPr/>
          <p:nvPr/>
        </p:nvSpPr>
        <p:spPr>
          <a:xfrm>
            <a:off x="1123950" y="1123950"/>
            <a:ext cx="2924428" cy="295275"/>
          </a:xfrm>
          <a:prstGeom prst="rect">
            <a:avLst/>
          </a:prstGeom>
          <a:noFill/>
          <a:ln/>
        </p:spPr>
        <p:txBody>
          <a:bodyPr wrap="square" lIns="171450" tIns="66675" rIns="171450" bIns="66675" rtlCol="0" anchor="t"/>
          <a:lstStyle/>
          <a:p>
            <a:pPr algn="l" indent="0" marL="0">
              <a:buNone/>
            </a:pPr>
            <a:r>
              <a:rPr lang="en-US" sz="1125" b="1" dirty="0">
                <a:solidFill>
                  <a:srgbClr val="E03E66"/>
                </a:solidFill>
                <a:latin typeface="Fredoka" pitchFamily="34" charset="0"/>
                <a:ea typeface="Fredoka" pitchFamily="34" charset="-122"/>
                <a:cs typeface="Fredoka" pitchFamily="34" charset="-120"/>
              </a:rPr>
              <a:t>GRAMMAR 2 · FINISHED PAST</a:t>
            </a:r>
            <a:endParaRPr lang="en-US" sz="1125" dirty="0"/>
          </a:p>
        </p:txBody>
      </p:sp>
      <p:sp>
        <p:nvSpPr>
          <p:cNvPr id="22" name="Text 20"/>
          <p:cNvSpPr/>
          <p:nvPr/>
        </p:nvSpPr>
        <p:spPr>
          <a:xfrm>
            <a:off x="1123950" y="1533525"/>
            <a:ext cx="4239749" cy="515094"/>
          </a:xfrm>
          <a:prstGeom prst="rect">
            <a:avLst/>
          </a:prstGeom>
          <a:noFill/>
          <a:ln/>
        </p:spPr>
        <p:txBody>
          <a:bodyPr wrap="square" lIns="0" tIns="0" rIns="0" bIns="0" rtlCol="0" anchor="t"/>
          <a:lstStyle/>
          <a:p>
            <a:pPr algn="l" indent="0" marL="0">
              <a:lnSpc>
                <a:spcPts val="4056"/>
              </a:lnSpc>
              <a:spcBef>
                <a:spcPts val="900"/>
              </a:spcBef>
              <a:spcAft>
                <a:spcPts val="2613"/>
              </a:spcAft>
              <a:buNone/>
            </a:pPr>
            <a:r>
              <a:rPr lang="en-US" sz="3900" b="1" dirty="0">
                <a:solidFill>
                  <a:srgbClr val="2B2552"/>
                </a:solidFill>
                <a:latin typeface="Fredoka" pitchFamily="34" charset="0"/>
                <a:ea typeface="Fredoka" pitchFamily="34" charset="-122"/>
                <a:cs typeface="Fredoka" pitchFamily="34" charset="-120"/>
              </a:rPr>
              <a:t>Finished Past 🕰️</a:t>
            </a:r>
            <a:endParaRPr lang="en-US" sz="3900" dirty="0"/>
          </a:p>
        </p:txBody>
      </p:sp>
      <p:sp>
        <p:nvSpPr>
          <p:cNvPr id="23" name="Text 21"/>
          <p:cNvSpPr/>
          <p:nvPr/>
        </p:nvSpPr>
        <p:spPr>
          <a:xfrm rot="21420000">
            <a:off x="11239277" y="1556891"/>
            <a:ext cx="1420178"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Past Simple</a:t>
            </a:r>
            <a:endParaRPr lang="en-US" sz="1350" dirty="0"/>
          </a:p>
        </p:txBody>
      </p:sp>
      <p:sp>
        <p:nvSpPr>
          <p:cNvPr id="24" name="Text 22"/>
          <p:cNvSpPr/>
          <p:nvPr/>
        </p:nvSpPr>
        <p:spPr>
          <a:xfrm>
            <a:off x="1123950" y="2494657"/>
            <a:ext cx="12041505"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5B5478"/>
                </a:solidFill>
                <a:latin typeface="Nunito" pitchFamily="34" charset="0"/>
                <a:ea typeface="Nunito" pitchFamily="34" charset="-122"/>
                <a:cs typeface="Nunito" pitchFamily="34" charset="-120"/>
              </a:rPr>
              <a:t>Use Past Simple when the action is complete and the time is finished.</a:t>
            </a:r>
            <a:endParaRPr lang="en-US" sz="1500" dirty="0"/>
          </a:p>
        </p:txBody>
      </p:sp>
      <p:sp>
        <p:nvSpPr>
          <p:cNvPr id="25" name="Text 23"/>
          <p:cNvSpPr/>
          <p:nvPr/>
        </p:nvSpPr>
        <p:spPr>
          <a:xfrm>
            <a:off x="1419225" y="3732907"/>
            <a:ext cx="3233685" cy="371475"/>
          </a:xfrm>
          <a:prstGeom prst="rect">
            <a:avLst/>
          </a:prstGeom>
          <a:noFill/>
          <a:ln/>
        </p:spPr>
        <p:txBody>
          <a:bodyPr wrap="square" lIns="0" tIns="0" rIns="0" bIns="0" rtlCol="0" anchor="t"/>
          <a:lstStyle/>
          <a:p>
            <a:pPr algn="l" indent="0" marL="0">
              <a:spcBef>
                <a:spcPts val="2550"/>
              </a:spcBef>
              <a:spcAft>
                <a:spcPts val="2550"/>
              </a:spcAft>
              <a:buNone/>
            </a:pPr>
            <a:r>
              <a:rPr lang="en-US" sz="2550" b="1" dirty="0">
                <a:solidFill>
                  <a:srgbClr val="FF6F91"/>
                </a:solidFill>
                <a:latin typeface="Fredoka" pitchFamily="34" charset="0"/>
                <a:ea typeface="Fredoka" pitchFamily="34" charset="-122"/>
                <a:cs typeface="Fredoka" pitchFamily="34" charset="-120"/>
              </a:rPr>
              <a:t>+</a:t>
            </a:r>
            <a:endParaRPr lang="en-US" sz="2550" dirty="0"/>
          </a:p>
        </p:txBody>
      </p:sp>
      <p:sp>
        <p:nvSpPr>
          <p:cNvPr id="26" name="Text 24"/>
          <p:cNvSpPr/>
          <p:nvPr/>
        </p:nvSpPr>
        <p:spPr>
          <a:xfrm>
            <a:off x="1419225" y="4428232"/>
            <a:ext cx="3233685" cy="266700"/>
          </a:xfrm>
          <a:prstGeom prst="rect">
            <a:avLst/>
          </a:prstGeom>
          <a:noFill/>
          <a:ln/>
        </p:spPr>
        <p:txBody>
          <a:bodyPr wrap="square" lIns="0" tIns="0" rIns="0" bIns="0" rtlCol="0" anchor="t"/>
          <a:lstStyle/>
          <a:p>
            <a:pPr algn="l" indent="0" marL="0">
              <a:spcBef>
                <a:spcPts val="600"/>
              </a:spcBef>
              <a:spcAft>
                <a:spcPts val="1800"/>
              </a:spcAft>
              <a:buNone/>
            </a:pPr>
            <a:r>
              <a:rPr lang="en-US" sz="1800" b="1" dirty="0">
                <a:solidFill>
                  <a:srgbClr val="2B2552"/>
                </a:solidFill>
                <a:latin typeface="Fredoka" pitchFamily="34" charset="0"/>
                <a:ea typeface="Fredoka" pitchFamily="34" charset="-122"/>
                <a:cs typeface="Fredoka" pitchFamily="34" charset="-120"/>
              </a:rPr>
              <a:t>Positive</a:t>
            </a:r>
            <a:endParaRPr lang="en-US" sz="1800" dirty="0"/>
          </a:p>
        </p:txBody>
      </p:sp>
      <p:sp>
        <p:nvSpPr>
          <p:cNvPr id="27" name="Text 25"/>
          <p:cNvSpPr/>
          <p:nvPr/>
        </p:nvSpPr>
        <p:spPr>
          <a:xfrm>
            <a:off x="1419225" y="4923532"/>
            <a:ext cx="3233685" cy="266700"/>
          </a:xfrm>
          <a:prstGeom prst="rect">
            <a:avLst/>
          </a:prstGeom>
          <a:noFill/>
          <a:ln/>
        </p:spPr>
        <p:txBody>
          <a:bodyPr wrap="square" lIns="0" tIns="0" rIns="0" bIns="0" rtlCol="0" anchor="t"/>
          <a:lstStyle/>
          <a:p>
            <a:pPr algn="l" indent="0" marL="0">
              <a:spcBef>
                <a:spcPts val="900"/>
              </a:spcBef>
              <a:spcAft>
                <a:spcPts val="1500"/>
              </a:spcAft>
              <a:buNone/>
            </a:pPr>
            <a:r>
              <a:rPr lang="en-US" sz="1500" dirty="0">
                <a:solidFill>
                  <a:srgbClr val="2B2552"/>
                </a:solidFill>
                <a:latin typeface="Nunito" pitchFamily="34" charset="0"/>
                <a:ea typeface="Nunito" pitchFamily="34" charset="-122"/>
                <a:cs typeface="Nunito" pitchFamily="34" charset="-120"/>
              </a:rPr>
              <a:t>I </a:t>
            </a:r>
            <a:pPr algn="l" indent="0" marL="0">
              <a:spcBef>
                <a:spcPts val="900"/>
              </a:spcBef>
              <a:spcAft>
                <a:spcPts val="1500"/>
              </a:spcAft>
              <a:buNone/>
            </a:pPr>
            <a:r>
              <a:rPr lang="en-US" sz="1500" b="1" dirty="0">
                <a:solidFill>
                  <a:srgbClr val="2B2552"/>
                </a:solidFill>
                <a:latin typeface="Nunito" pitchFamily="34" charset="0"/>
                <a:ea typeface="Nunito" pitchFamily="34" charset="-122"/>
                <a:cs typeface="Nunito" pitchFamily="34" charset="-120"/>
              </a:rPr>
              <a:t>visited</a:t>
            </a:r>
            <a:pPr algn="l" indent="0" marL="0">
              <a:spcBef>
                <a:spcPts val="900"/>
              </a:spcBef>
              <a:spcAft>
                <a:spcPts val="1500"/>
              </a:spcAft>
              <a:buNone/>
            </a:pPr>
            <a:r>
              <a:rPr lang="en-US" sz="1500" dirty="0">
                <a:solidFill>
                  <a:srgbClr val="2B2552"/>
                </a:solidFill>
                <a:latin typeface="Nunito" pitchFamily="34" charset="0"/>
                <a:ea typeface="Nunito" pitchFamily="34" charset="-122"/>
                <a:cs typeface="Nunito" pitchFamily="34" charset="-120"/>
              </a:rPr>
              <a:t> my cousins.</a:t>
            </a:r>
            <a:endParaRPr lang="en-US" sz="1500" dirty="0"/>
          </a:p>
        </p:txBody>
      </p:sp>
      <p:sp>
        <p:nvSpPr>
          <p:cNvPr id="28" name="Text 26"/>
          <p:cNvSpPr/>
          <p:nvPr/>
        </p:nvSpPr>
        <p:spPr>
          <a:xfrm>
            <a:off x="1419225" y="5380732"/>
            <a:ext cx="3233685" cy="381000"/>
          </a:xfrm>
          <a:prstGeom prst="rect">
            <a:avLst/>
          </a:prstGeom>
          <a:noFill/>
          <a:ln/>
        </p:spPr>
        <p:txBody>
          <a:bodyPr wrap="square" lIns="0" tIns="0" rIns="0" bIns="0" rtlCol="0" anchor="t"/>
          <a:lstStyle/>
          <a:p>
            <a:pPr algn="l" indent="0" marL="0">
              <a:spcBef>
                <a:spcPts val="900"/>
              </a:spcBef>
              <a:spcAft>
                <a:spcPts val="1275"/>
              </a:spcAft>
              <a:buNone/>
            </a:pPr>
            <a:r>
              <a:rPr lang="en-US" sz="1275" dirty="0">
                <a:solidFill>
                  <a:srgbClr val="5B5478"/>
                </a:solidFill>
                <a:latin typeface="Nunito" pitchFamily="34" charset="0"/>
                <a:ea typeface="Nunito" pitchFamily="34" charset="-122"/>
                <a:cs typeface="Nunito" pitchFamily="34" charset="-120"/>
              </a:rPr>
              <a:t>regular: play → played</a:t>
            </a:r>
            <a:endParaRPr lang="en-US" sz="1275" dirty="0"/>
          </a:p>
          <a:p>
            <a:pPr algn="l" indent="0" marL="0">
              <a:spcBef>
                <a:spcPts val="900"/>
              </a:spcBef>
              <a:spcAft>
                <a:spcPts val="1275"/>
              </a:spcAft>
              <a:buNone/>
            </a:pPr>
            <a:r>
              <a:rPr lang="en-US" sz="1275" dirty="0">
                <a:solidFill>
                  <a:srgbClr val="5B5478"/>
                </a:solidFill>
                <a:latin typeface="Nunito" pitchFamily="34" charset="0"/>
                <a:ea typeface="Nunito" pitchFamily="34" charset="-122"/>
                <a:cs typeface="Nunito" pitchFamily="34" charset="-120"/>
              </a:rPr>
              <a:t>irregular: go → went</a:t>
            </a:r>
            <a:endParaRPr lang="en-US" sz="1275" dirty="0"/>
          </a:p>
        </p:txBody>
      </p:sp>
      <p:sp>
        <p:nvSpPr>
          <p:cNvPr id="29" name="Text 27"/>
          <p:cNvSpPr/>
          <p:nvPr/>
        </p:nvSpPr>
        <p:spPr>
          <a:xfrm>
            <a:off x="5318075" y="3732907"/>
            <a:ext cx="3233685" cy="371475"/>
          </a:xfrm>
          <a:prstGeom prst="rect">
            <a:avLst/>
          </a:prstGeom>
          <a:noFill/>
          <a:ln/>
        </p:spPr>
        <p:txBody>
          <a:bodyPr wrap="square" lIns="0" tIns="0" rIns="0" bIns="0" rtlCol="0" anchor="t"/>
          <a:lstStyle/>
          <a:p>
            <a:pPr algn="l" indent="0" marL="0">
              <a:spcBef>
                <a:spcPts val="2550"/>
              </a:spcBef>
              <a:spcAft>
                <a:spcPts val="2550"/>
              </a:spcAft>
              <a:buNone/>
            </a:pPr>
            <a:r>
              <a:rPr lang="en-US" sz="2550" b="1" dirty="0">
                <a:solidFill>
                  <a:srgbClr val="FF6F91"/>
                </a:solidFill>
                <a:latin typeface="Fredoka" pitchFamily="34" charset="0"/>
                <a:ea typeface="Fredoka" pitchFamily="34" charset="-122"/>
                <a:cs typeface="Fredoka" pitchFamily="34" charset="-120"/>
              </a:rPr>
              <a:t>−</a:t>
            </a:r>
            <a:endParaRPr lang="en-US" sz="2550" dirty="0"/>
          </a:p>
        </p:txBody>
      </p:sp>
      <p:sp>
        <p:nvSpPr>
          <p:cNvPr id="30" name="Text 28"/>
          <p:cNvSpPr/>
          <p:nvPr/>
        </p:nvSpPr>
        <p:spPr>
          <a:xfrm>
            <a:off x="5318075" y="4428232"/>
            <a:ext cx="3233685" cy="266700"/>
          </a:xfrm>
          <a:prstGeom prst="rect">
            <a:avLst/>
          </a:prstGeom>
          <a:noFill/>
          <a:ln/>
        </p:spPr>
        <p:txBody>
          <a:bodyPr wrap="square" lIns="0" tIns="0" rIns="0" bIns="0" rtlCol="0" anchor="t"/>
          <a:lstStyle/>
          <a:p>
            <a:pPr algn="l" indent="0" marL="0">
              <a:spcBef>
                <a:spcPts val="600"/>
              </a:spcBef>
              <a:spcAft>
                <a:spcPts val="1800"/>
              </a:spcAft>
              <a:buNone/>
            </a:pPr>
            <a:r>
              <a:rPr lang="en-US" sz="1800" b="1" dirty="0">
                <a:solidFill>
                  <a:srgbClr val="2B2552"/>
                </a:solidFill>
                <a:latin typeface="Fredoka" pitchFamily="34" charset="0"/>
                <a:ea typeface="Fredoka" pitchFamily="34" charset="-122"/>
                <a:cs typeface="Fredoka" pitchFamily="34" charset="-120"/>
              </a:rPr>
              <a:t>Negative</a:t>
            </a:r>
            <a:endParaRPr lang="en-US" sz="1800" dirty="0"/>
          </a:p>
        </p:txBody>
      </p:sp>
      <p:sp>
        <p:nvSpPr>
          <p:cNvPr id="31" name="Text 29"/>
          <p:cNvSpPr/>
          <p:nvPr/>
        </p:nvSpPr>
        <p:spPr>
          <a:xfrm>
            <a:off x="5318075" y="4923532"/>
            <a:ext cx="3233685" cy="266700"/>
          </a:xfrm>
          <a:prstGeom prst="rect">
            <a:avLst/>
          </a:prstGeom>
          <a:noFill/>
          <a:ln/>
        </p:spPr>
        <p:txBody>
          <a:bodyPr wrap="square" lIns="0" tIns="0" rIns="0" bIns="0" rtlCol="0" anchor="t"/>
          <a:lstStyle/>
          <a:p>
            <a:pPr algn="l" indent="0" marL="0">
              <a:spcBef>
                <a:spcPts val="900"/>
              </a:spcBef>
              <a:spcAft>
                <a:spcPts val="1500"/>
              </a:spcAft>
              <a:buNone/>
            </a:pPr>
            <a:r>
              <a:rPr lang="en-US" sz="1500" dirty="0">
                <a:solidFill>
                  <a:srgbClr val="2B2552"/>
                </a:solidFill>
                <a:latin typeface="Nunito" pitchFamily="34" charset="0"/>
                <a:ea typeface="Nunito" pitchFamily="34" charset="-122"/>
                <a:cs typeface="Nunito" pitchFamily="34" charset="-120"/>
              </a:rPr>
              <a:t>I </a:t>
            </a:r>
            <a:pPr algn="l" indent="0" marL="0">
              <a:spcBef>
                <a:spcPts val="900"/>
              </a:spcBef>
              <a:spcAft>
                <a:spcPts val="1500"/>
              </a:spcAft>
              <a:buNone/>
            </a:pPr>
            <a:r>
              <a:rPr lang="en-US" sz="1500" b="1" dirty="0">
                <a:solidFill>
                  <a:srgbClr val="2B2552"/>
                </a:solidFill>
                <a:latin typeface="Nunito" pitchFamily="34" charset="0"/>
                <a:ea typeface="Nunito" pitchFamily="34" charset="-122"/>
                <a:cs typeface="Nunito" pitchFamily="34" charset="-120"/>
              </a:rPr>
              <a:t>didn’t visit</a:t>
            </a:r>
            <a:pPr algn="l" indent="0" marL="0">
              <a:spcBef>
                <a:spcPts val="900"/>
              </a:spcBef>
              <a:spcAft>
                <a:spcPts val="1500"/>
              </a:spcAft>
              <a:buNone/>
            </a:pPr>
            <a:r>
              <a:rPr lang="en-US" sz="1500" dirty="0">
                <a:solidFill>
                  <a:srgbClr val="2B2552"/>
                </a:solidFill>
                <a:latin typeface="Nunito" pitchFamily="34" charset="0"/>
                <a:ea typeface="Nunito" pitchFamily="34" charset="-122"/>
                <a:cs typeface="Nunito" pitchFamily="34" charset="-120"/>
              </a:rPr>
              <a:t> the museum.</a:t>
            </a:r>
            <a:endParaRPr lang="en-US" sz="1500" dirty="0"/>
          </a:p>
        </p:txBody>
      </p:sp>
      <p:sp>
        <p:nvSpPr>
          <p:cNvPr id="32" name="Text 30"/>
          <p:cNvSpPr/>
          <p:nvPr/>
        </p:nvSpPr>
        <p:spPr>
          <a:xfrm>
            <a:off x="5318075" y="5380732"/>
            <a:ext cx="3233685" cy="190500"/>
          </a:xfrm>
          <a:prstGeom prst="rect">
            <a:avLst/>
          </a:prstGeom>
          <a:noFill/>
          <a:ln/>
        </p:spPr>
        <p:txBody>
          <a:bodyPr wrap="square" lIns="0" tIns="0" rIns="0" bIns="0" rtlCol="0" anchor="t"/>
          <a:lstStyle/>
          <a:p>
            <a:pPr algn="l" indent="0" marL="0">
              <a:spcBef>
                <a:spcPts val="900"/>
              </a:spcBef>
              <a:spcAft>
                <a:spcPts val="1275"/>
              </a:spcAft>
              <a:buNone/>
            </a:pPr>
            <a:r>
              <a:rPr lang="en-US" sz="1275" dirty="0">
                <a:solidFill>
                  <a:srgbClr val="5B5478"/>
                </a:solidFill>
                <a:latin typeface="Nunito" pitchFamily="34" charset="0"/>
                <a:ea typeface="Nunito" pitchFamily="34" charset="-122"/>
                <a:cs typeface="Nunito" pitchFamily="34" charset="-120"/>
              </a:rPr>
              <a:t>didn’t + base verb</a:t>
            </a:r>
            <a:endParaRPr lang="en-US" sz="1275" dirty="0"/>
          </a:p>
        </p:txBody>
      </p:sp>
      <p:sp>
        <p:nvSpPr>
          <p:cNvPr id="33" name="Text 31"/>
          <p:cNvSpPr/>
          <p:nvPr/>
        </p:nvSpPr>
        <p:spPr>
          <a:xfrm>
            <a:off x="9216926" y="3732907"/>
            <a:ext cx="3233842" cy="371475"/>
          </a:xfrm>
          <a:prstGeom prst="rect">
            <a:avLst/>
          </a:prstGeom>
          <a:noFill/>
          <a:ln/>
        </p:spPr>
        <p:txBody>
          <a:bodyPr wrap="square" lIns="0" tIns="0" rIns="0" bIns="0" rtlCol="0" anchor="t"/>
          <a:lstStyle/>
          <a:p>
            <a:pPr algn="l" indent="0" marL="0">
              <a:spcBef>
                <a:spcPts val="2550"/>
              </a:spcBef>
              <a:spcAft>
                <a:spcPts val="2550"/>
              </a:spcAft>
              <a:buNone/>
            </a:pPr>
            <a:r>
              <a:rPr lang="en-US" sz="2550" b="1" dirty="0">
                <a:solidFill>
                  <a:srgbClr val="FF6F91"/>
                </a:solidFill>
                <a:latin typeface="Fredoka" pitchFamily="34" charset="0"/>
                <a:ea typeface="Fredoka" pitchFamily="34" charset="-122"/>
                <a:cs typeface="Fredoka" pitchFamily="34" charset="-120"/>
              </a:rPr>
              <a:t>?</a:t>
            </a:r>
            <a:endParaRPr lang="en-US" sz="2550" dirty="0"/>
          </a:p>
        </p:txBody>
      </p:sp>
      <p:sp>
        <p:nvSpPr>
          <p:cNvPr id="34" name="Text 32"/>
          <p:cNvSpPr/>
          <p:nvPr/>
        </p:nvSpPr>
        <p:spPr>
          <a:xfrm>
            <a:off x="9216926" y="4428232"/>
            <a:ext cx="3233842" cy="266700"/>
          </a:xfrm>
          <a:prstGeom prst="rect">
            <a:avLst/>
          </a:prstGeom>
          <a:noFill/>
          <a:ln/>
        </p:spPr>
        <p:txBody>
          <a:bodyPr wrap="square" lIns="0" tIns="0" rIns="0" bIns="0" rtlCol="0" anchor="t"/>
          <a:lstStyle/>
          <a:p>
            <a:pPr algn="l" indent="0" marL="0">
              <a:spcBef>
                <a:spcPts val="600"/>
              </a:spcBef>
              <a:spcAft>
                <a:spcPts val="1800"/>
              </a:spcAft>
              <a:buNone/>
            </a:pPr>
            <a:r>
              <a:rPr lang="en-US" sz="1800" b="1" dirty="0">
                <a:solidFill>
                  <a:srgbClr val="2B2552"/>
                </a:solidFill>
                <a:latin typeface="Fredoka" pitchFamily="34" charset="0"/>
                <a:ea typeface="Fredoka" pitchFamily="34" charset="-122"/>
                <a:cs typeface="Fredoka" pitchFamily="34" charset="-120"/>
              </a:rPr>
              <a:t>Question</a:t>
            </a:r>
            <a:endParaRPr lang="en-US" sz="1800" dirty="0"/>
          </a:p>
        </p:txBody>
      </p:sp>
      <p:sp>
        <p:nvSpPr>
          <p:cNvPr id="35" name="Text 33"/>
          <p:cNvSpPr/>
          <p:nvPr/>
        </p:nvSpPr>
        <p:spPr>
          <a:xfrm>
            <a:off x="9216926" y="4923532"/>
            <a:ext cx="3233842" cy="266700"/>
          </a:xfrm>
          <a:prstGeom prst="rect">
            <a:avLst/>
          </a:prstGeom>
          <a:noFill/>
          <a:ln/>
        </p:spPr>
        <p:txBody>
          <a:bodyPr wrap="square" lIns="0" tIns="0" rIns="0" bIns="0" rtlCol="0" anchor="t"/>
          <a:lstStyle/>
          <a:p>
            <a:pPr algn="l" indent="0" marL="0">
              <a:spcBef>
                <a:spcPts val="900"/>
              </a:spcBef>
              <a:spcAft>
                <a:spcPts val="1500"/>
              </a:spcAft>
              <a:buNone/>
            </a:pPr>
            <a:r>
              <a:rPr lang="en-US" sz="1500" dirty="0">
                <a:solidFill>
                  <a:srgbClr val="2B2552"/>
                </a:solidFill>
                <a:latin typeface="Nunito" pitchFamily="34" charset="0"/>
                <a:ea typeface="Nunito" pitchFamily="34" charset="-122"/>
                <a:cs typeface="Nunito" pitchFamily="34" charset="-120"/>
              </a:rPr>
              <a:t>Where </a:t>
            </a:r>
            <a:pPr algn="l" indent="0" marL="0">
              <a:spcBef>
                <a:spcPts val="900"/>
              </a:spcBef>
              <a:spcAft>
                <a:spcPts val="1500"/>
              </a:spcAft>
              <a:buNone/>
            </a:pPr>
            <a:r>
              <a:rPr lang="en-US" sz="1500" b="1" dirty="0">
                <a:solidFill>
                  <a:srgbClr val="2B2552"/>
                </a:solidFill>
                <a:latin typeface="Nunito" pitchFamily="34" charset="0"/>
                <a:ea typeface="Nunito" pitchFamily="34" charset="-122"/>
                <a:cs typeface="Nunito" pitchFamily="34" charset="-120"/>
              </a:rPr>
              <a:t>did</a:t>
            </a:r>
            <a:pPr algn="l" indent="0" marL="0">
              <a:spcBef>
                <a:spcPts val="900"/>
              </a:spcBef>
              <a:spcAft>
                <a:spcPts val="1500"/>
              </a:spcAft>
              <a:buNone/>
            </a:pPr>
            <a:r>
              <a:rPr lang="en-US" sz="1500" dirty="0">
                <a:solidFill>
                  <a:srgbClr val="2B2552"/>
                </a:solidFill>
                <a:latin typeface="Nunito" pitchFamily="34" charset="0"/>
                <a:ea typeface="Nunito" pitchFamily="34" charset="-122"/>
                <a:cs typeface="Nunito" pitchFamily="34" charset="-120"/>
              </a:rPr>
              <a:t> you </a:t>
            </a:r>
            <a:pPr algn="l" indent="0" marL="0">
              <a:spcBef>
                <a:spcPts val="900"/>
              </a:spcBef>
              <a:spcAft>
                <a:spcPts val="1500"/>
              </a:spcAft>
              <a:buNone/>
            </a:pPr>
            <a:r>
              <a:rPr lang="en-US" sz="1500" b="1" dirty="0">
                <a:solidFill>
                  <a:srgbClr val="2B2552"/>
                </a:solidFill>
                <a:latin typeface="Nunito" pitchFamily="34" charset="0"/>
                <a:ea typeface="Nunito" pitchFamily="34" charset="-122"/>
                <a:cs typeface="Nunito" pitchFamily="34" charset="-120"/>
              </a:rPr>
              <a:t>go</a:t>
            </a:r>
            <a:pPr algn="l" indent="0" marL="0">
              <a:spcBef>
                <a:spcPts val="900"/>
              </a:spcBef>
              <a:spcAft>
                <a:spcPts val="1500"/>
              </a:spcAft>
              <a:buNone/>
            </a:pPr>
            <a:r>
              <a:rPr lang="en-US" sz="1500" dirty="0">
                <a:solidFill>
                  <a:srgbClr val="2B2552"/>
                </a:solidFill>
                <a:latin typeface="Nunito" pitchFamily="34" charset="0"/>
                <a:ea typeface="Nunito" pitchFamily="34" charset="-122"/>
                <a:cs typeface="Nunito" pitchFamily="34" charset="-120"/>
              </a:rPr>
              <a:t>?</a:t>
            </a:r>
            <a:endParaRPr lang="en-US" sz="1500" dirty="0"/>
          </a:p>
        </p:txBody>
      </p:sp>
      <p:sp>
        <p:nvSpPr>
          <p:cNvPr id="36" name="Text 34"/>
          <p:cNvSpPr/>
          <p:nvPr/>
        </p:nvSpPr>
        <p:spPr>
          <a:xfrm>
            <a:off x="9216926" y="5380732"/>
            <a:ext cx="3233842" cy="190500"/>
          </a:xfrm>
          <a:prstGeom prst="rect">
            <a:avLst/>
          </a:prstGeom>
          <a:noFill/>
          <a:ln/>
        </p:spPr>
        <p:txBody>
          <a:bodyPr wrap="square" lIns="0" tIns="0" rIns="0" bIns="0" rtlCol="0" anchor="t"/>
          <a:lstStyle/>
          <a:p>
            <a:pPr algn="l" indent="0" marL="0">
              <a:spcBef>
                <a:spcPts val="900"/>
              </a:spcBef>
              <a:spcAft>
                <a:spcPts val="1275"/>
              </a:spcAft>
              <a:buNone/>
            </a:pPr>
            <a:r>
              <a:rPr lang="en-US" sz="1275" dirty="0">
                <a:solidFill>
                  <a:srgbClr val="5B5478"/>
                </a:solidFill>
                <a:latin typeface="Nunito" pitchFamily="34" charset="0"/>
                <a:ea typeface="Nunito" pitchFamily="34" charset="-122"/>
                <a:cs typeface="Nunito" pitchFamily="34" charset="-120"/>
              </a:rPr>
              <a:t>Did + subject + base verb?</a:t>
            </a:r>
            <a:endParaRPr lang="en-US" sz="1275" dirty="0"/>
          </a:p>
        </p:txBody>
      </p:sp>
      <p:sp>
        <p:nvSpPr>
          <p:cNvPr id="37" name="Text 35"/>
          <p:cNvSpPr/>
          <p:nvPr/>
        </p:nvSpPr>
        <p:spPr>
          <a:xfrm>
            <a:off x="1352550" y="7252395"/>
            <a:ext cx="4890924" cy="161925"/>
          </a:xfrm>
          <a:prstGeom prst="rect">
            <a:avLst/>
          </a:prstGeom>
          <a:noFill/>
          <a:ln/>
        </p:spPr>
        <p:txBody>
          <a:bodyPr wrap="square" lIns="0" tIns="0" rIns="0" bIns="0" rtlCol="0" anchor="t"/>
          <a:lstStyle/>
          <a:p>
            <a:pPr algn="l" indent="0" marL="0">
              <a:spcBef>
                <a:spcPts val="1125"/>
              </a:spcBef>
              <a:spcAft>
                <a:spcPts val="1125"/>
              </a:spcAft>
              <a:buNone/>
            </a:pPr>
            <a:r>
              <a:rPr lang="en-US" sz="1125" b="1" dirty="0">
                <a:solidFill>
                  <a:srgbClr val="FFC83D"/>
                </a:solidFill>
                <a:latin typeface="Fredoka" pitchFamily="34" charset="0"/>
                <a:ea typeface="Fredoka" pitchFamily="34" charset="-122"/>
                <a:cs typeface="Fredoka" pitchFamily="34" charset="-120"/>
              </a:rPr>
              <a:t>SIGNAL WORDS</a:t>
            </a:r>
            <a:endParaRPr lang="en-US" sz="1125" dirty="0"/>
          </a:p>
        </p:txBody>
      </p:sp>
      <p:sp>
        <p:nvSpPr>
          <p:cNvPr id="38" name="Text 36"/>
          <p:cNvSpPr/>
          <p:nvPr/>
        </p:nvSpPr>
        <p:spPr>
          <a:xfrm>
            <a:off x="1352550" y="7614345"/>
            <a:ext cx="4890924" cy="228600"/>
          </a:xfrm>
          <a:prstGeom prst="rect">
            <a:avLst/>
          </a:prstGeom>
          <a:noFill/>
          <a:ln/>
        </p:spPr>
        <p:txBody>
          <a:bodyPr wrap="square" lIns="0" tIns="0" rIns="0" bIns="0" rtlCol="0" anchor="t"/>
          <a:lstStyle/>
          <a:p>
            <a:pPr algn="l" indent="0" marL="0">
              <a:spcBef>
                <a:spcPts val="1575"/>
              </a:spcBef>
              <a:spcAft>
                <a:spcPts val="1575"/>
              </a:spcAft>
              <a:buNone/>
            </a:pPr>
            <a:r>
              <a:rPr lang="en-US" sz="1575" b="1" dirty="0">
                <a:solidFill>
                  <a:srgbClr val="FFFFFF"/>
                </a:solidFill>
                <a:latin typeface="Nunito" pitchFamily="34" charset="0"/>
                <a:ea typeface="Nunito" pitchFamily="34" charset="-122"/>
                <a:cs typeface="Nunito" pitchFamily="34" charset="-120"/>
              </a:rPr>
              <a:t>yesterday · last weekend · two days ago · in 2025</a:t>
            </a:r>
            <a:endParaRPr lang="en-US" sz="1575" dirty="0"/>
          </a:p>
        </p:txBody>
      </p:sp>
      <p:sp>
        <p:nvSpPr>
          <p:cNvPr id="39" name="Text 37"/>
          <p:cNvSpPr/>
          <p:nvPr/>
        </p:nvSpPr>
        <p:spPr>
          <a:xfrm>
            <a:off x="11683305" y="7247632"/>
            <a:ext cx="714152" cy="657225"/>
          </a:xfrm>
          <a:prstGeom prst="rect">
            <a:avLst/>
          </a:prstGeom>
          <a:noFill/>
          <a:ln/>
        </p:spPr>
        <p:txBody>
          <a:bodyPr wrap="square" lIns="0" tIns="0" rIns="0" bIns="0" rtlCol="0" anchor="t"/>
          <a:lstStyle/>
          <a:p>
            <a:pPr algn="l" indent="0" marL="0">
              <a:spcBef>
                <a:spcPts val="3900"/>
              </a:spcBef>
              <a:spcAft>
                <a:spcPts val="3900"/>
              </a:spcAft>
              <a:buNone/>
            </a:pPr>
            <a:r>
              <a:rPr lang="en-US" sz="3900" dirty="0">
                <a:solidFill>
                  <a:srgbClr val="2B2552"/>
                </a:solidFill>
                <a:latin typeface="Nunito" pitchFamily="34" charset="0"/>
                <a:ea typeface="Nunito" pitchFamily="34" charset="-122"/>
                <a:cs typeface="Nunito" pitchFamily="34" charset="-120"/>
              </a:rPr>
              <a:t>🕰️</a:t>
            </a:r>
            <a:endParaRPr lang="en-US" sz="3900" dirty="0"/>
          </a:p>
        </p:txBody>
      </p:sp>
      <p:sp>
        <p:nvSpPr>
          <p:cNvPr id="40" name="Text 38"/>
          <p:cNvSpPr/>
          <p:nvPr/>
        </p:nvSpPr>
        <p:spPr>
          <a:xfrm>
            <a:off x="1457325" y="9124057"/>
            <a:ext cx="1155301"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CHAT RACE</a:t>
            </a:r>
            <a:endParaRPr lang="en-US" sz="1050" dirty="0"/>
          </a:p>
        </p:txBody>
      </p:sp>
      <p:sp>
        <p:nvSpPr>
          <p:cNvPr id="41" name="Text 39"/>
          <p:cNvSpPr/>
          <p:nvPr/>
        </p:nvSpPr>
        <p:spPr>
          <a:xfrm>
            <a:off x="1457325" y="9362182"/>
            <a:ext cx="11431429" cy="257175"/>
          </a:xfrm>
          <a:prstGeom prst="rect">
            <a:avLst/>
          </a:prstGeom>
          <a:noFill/>
          <a:ln/>
        </p:spPr>
        <p:txBody>
          <a:bodyPr wrap="square" lIns="0" tIns="0" rIns="0" bIns="0" rtlCol="0" anchor="t"/>
          <a:lstStyle/>
          <a:p>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Write </a:t>
            </a:r>
            <a:pPr algn="l" indent="0" marL="0">
              <a:spcBef>
                <a:spcPts val="600"/>
              </a:spcBef>
              <a:spcAft>
                <a:spcPts val="1425"/>
              </a:spcAft>
              <a:buNone/>
            </a:pPr>
            <a:r>
              <a:rPr lang="en-US" sz="1425" b="1" dirty="0">
                <a:solidFill>
                  <a:srgbClr val="2B2552"/>
                </a:solidFill>
                <a:latin typeface="Nunito" pitchFamily="34" charset="0"/>
                <a:ea typeface="Nunito" pitchFamily="34" charset="-122"/>
                <a:cs typeface="Nunito" pitchFamily="34" charset="-120"/>
              </a:rPr>
              <a:t>one true sentence</a:t>
            </a:r>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 about last weekend. Circle the past verb! ⏱️ 60 seconds.</a:t>
            </a:r>
            <a:endParaRPr lang="en-US" sz="14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047750" y="6000750"/>
            <a:ext cx="762000" cy="762000"/>
          </a:xfrm>
          <a:prstGeom prst="rect">
            <a:avLst/>
          </a:prstGeom>
          <a:solidFill>
            <a:srgbClr val="FFC83D"/>
          </a:solidFill>
          <a:ln/>
        </p:spPr>
      </p:sp>
      <p:sp>
        <p:nvSpPr>
          <p:cNvPr id="4" name="Shape 2"/>
          <p:cNvSpPr/>
          <p:nvPr/>
        </p:nvSpPr>
        <p:spPr>
          <a:xfrm>
            <a:off x="1123950" y="2723257"/>
            <a:ext cx="5581650" cy="3364557"/>
          </a:xfrm>
          <a:prstGeom prst="roundRect">
            <a:avLst>
              <a:gd name="adj" fmla="val 7361"/>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7010400" y="2723257"/>
            <a:ext cx="5581650" cy="3364557"/>
          </a:xfrm>
          <a:prstGeom prst="roundRect">
            <a:avLst>
              <a:gd name="adj" fmla="val 7361"/>
            </a:avLst>
          </a:prstGeom>
          <a:solidFill>
            <a:srgbClr val="FFFFFF"/>
          </a:solidFill>
          <a:ln/>
          <a:effectLst>
            <a:outerShdw sx="100000" sy="100000" kx="0" ky="0" algn="bl" rotWithShape="0" blurRad="285750" dist="133350" dir="5400000">
              <a:srgbClr val="2FD0A8">
                <a:alpha val="18000"/>
              </a:srgbClr>
            </a:outerShdw>
          </a:effectLst>
        </p:spPr>
      </p:sp>
      <p:sp>
        <p:nvSpPr>
          <p:cNvPr id="6" name="Shape 4"/>
          <p:cNvSpPr/>
          <p:nvPr/>
        </p:nvSpPr>
        <p:spPr>
          <a:xfrm>
            <a:off x="1123950" y="6392614"/>
            <a:ext cx="11468100" cy="2039838"/>
          </a:xfrm>
          <a:prstGeom prst="roundRect">
            <a:avLst>
              <a:gd name="adj" fmla="val 11207"/>
            </a:avLst>
          </a:prstGeom>
          <a:solidFill>
            <a:srgbClr val="F1ECFF"/>
          </a:solidFill>
          <a:ln/>
        </p:spPr>
      </p:sp>
      <p:sp>
        <p:nvSpPr>
          <p:cNvPr id="7" name="Shape 5"/>
          <p:cNvSpPr/>
          <p:nvPr/>
        </p:nvSpPr>
        <p:spPr>
          <a:xfrm>
            <a:off x="1123950" y="8699153"/>
            <a:ext cx="11468100" cy="1133475"/>
          </a:xfrm>
          <a:prstGeom prst="roundRect">
            <a:avLst>
              <a:gd name="adj" fmla="val 15126"/>
            </a:avLst>
          </a:prstGeom>
          <a:solidFill>
            <a:srgbClr val="E8FBF4"/>
          </a:solidFill>
          <a:ln/>
        </p:spPr>
      </p:sp>
      <p:sp>
        <p:nvSpPr>
          <p:cNvPr id="8" name="Shape 6"/>
          <p:cNvSpPr/>
          <p:nvPr/>
        </p:nvSpPr>
        <p:spPr>
          <a:xfrm>
            <a:off x="1123950" y="2766120"/>
            <a:ext cx="5581650" cy="0"/>
          </a:xfrm>
          <a:prstGeom prst="line">
            <a:avLst/>
          </a:prstGeom>
          <a:noFill/>
          <a:ln w="85725">
            <a:solidFill>
              <a:srgbClr val="7C5CFC"/>
            </a:solidFill>
            <a:prstDash val="solid"/>
          </a:ln>
        </p:spPr>
      </p:sp>
      <p:sp>
        <p:nvSpPr>
          <p:cNvPr id="9" name="Shape 7"/>
          <p:cNvSpPr/>
          <p:nvPr/>
        </p:nvSpPr>
        <p:spPr>
          <a:xfrm>
            <a:off x="6691313" y="2723257"/>
            <a:ext cx="0" cy="3364557"/>
          </a:xfrm>
          <a:prstGeom prst="line">
            <a:avLst/>
          </a:prstGeom>
          <a:noFill/>
          <a:ln w="28575">
            <a:solidFill>
              <a:srgbClr val="EFE7FF"/>
            </a:solidFill>
            <a:prstDash val="solid"/>
          </a:ln>
        </p:spPr>
      </p:sp>
      <p:sp>
        <p:nvSpPr>
          <p:cNvPr id="10" name="Shape 8"/>
          <p:cNvSpPr/>
          <p:nvPr/>
        </p:nvSpPr>
        <p:spPr>
          <a:xfrm>
            <a:off x="1123950" y="6073527"/>
            <a:ext cx="5581650" cy="0"/>
          </a:xfrm>
          <a:prstGeom prst="line">
            <a:avLst/>
          </a:prstGeom>
          <a:noFill/>
          <a:ln w="28575">
            <a:solidFill>
              <a:srgbClr val="EFE7FF"/>
            </a:solidFill>
            <a:prstDash val="solid"/>
          </a:ln>
        </p:spPr>
      </p:sp>
      <p:sp>
        <p:nvSpPr>
          <p:cNvPr id="11" name="Shape 9"/>
          <p:cNvSpPr/>
          <p:nvPr/>
        </p:nvSpPr>
        <p:spPr>
          <a:xfrm>
            <a:off x="1138238" y="2723257"/>
            <a:ext cx="0" cy="3364557"/>
          </a:xfrm>
          <a:prstGeom prst="line">
            <a:avLst/>
          </a:prstGeom>
          <a:noFill/>
          <a:ln w="28575">
            <a:solidFill>
              <a:srgbClr val="EFE7FF"/>
            </a:solidFill>
            <a:prstDash val="solid"/>
          </a:ln>
        </p:spPr>
      </p:sp>
      <p:sp>
        <p:nvSpPr>
          <p:cNvPr id="12" name="Shape 10"/>
          <p:cNvSpPr/>
          <p:nvPr/>
        </p:nvSpPr>
        <p:spPr>
          <a:xfrm>
            <a:off x="7010400" y="2766120"/>
            <a:ext cx="5581650" cy="0"/>
          </a:xfrm>
          <a:prstGeom prst="line">
            <a:avLst/>
          </a:prstGeom>
          <a:noFill/>
          <a:ln w="85725">
            <a:solidFill>
              <a:srgbClr val="2FD0A8"/>
            </a:solidFill>
            <a:prstDash val="solid"/>
          </a:ln>
        </p:spPr>
      </p:sp>
      <p:sp>
        <p:nvSpPr>
          <p:cNvPr id="13" name="Shape 11"/>
          <p:cNvSpPr/>
          <p:nvPr/>
        </p:nvSpPr>
        <p:spPr>
          <a:xfrm>
            <a:off x="12577763" y="2723257"/>
            <a:ext cx="0" cy="3364557"/>
          </a:xfrm>
          <a:prstGeom prst="line">
            <a:avLst/>
          </a:prstGeom>
          <a:noFill/>
          <a:ln w="28575">
            <a:solidFill>
              <a:srgbClr val="EFE7FF"/>
            </a:solidFill>
            <a:prstDash val="solid"/>
          </a:ln>
        </p:spPr>
      </p:sp>
      <p:sp>
        <p:nvSpPr>
          <p:cNvPr id="14" name="Shape 12"/>
          <p:cNvSpPr/>
          <p:nvPr/>
        </p:nvSpPr>
        <p:spPr>
          <a:xfrm>
            <a:off x="7010400" y="6073527"/>
            <a:ext cx="5581650" cy="0"/>
          </a:xfrm>
          <a:prstGeom prst="line">
            <a:avLst/>
          </a:prstGeom>
          <a:noFill/>
          <a:ln w="28575">
            <a:solidFill>
              <a:srgbClr val="EFE7FF"/>
            </a:solidFill>
            <a:prstDash val="solid"/>
          </a:ln>
        </p:spPr>
      </p:sp>
      <p:sp>
        <p:nvSpPr>
          <p:cNvPr id="15" name="Shape 13"/>
          <p:cNvSpPr/>
          <p:nvPr/>
        </p:nvSpPr>
        <p:spPr>
          <a:xfrm>
            <a:off x="7024688" y="2723257"/>
            <a:ext cx="0" cy="3364557"/>
          </a:xfrm>
          <a:prstGeom prst="line">
            <a:avLst/>
          </a:prstGeom>
          <a:noFill/>
          <a:ln w="28575">
            <a:solidFill>
              <a:srgbClr val="EFE7FF"/>
            </a:solidFill>
            <a:prstDash val="solid"/>
          </a:ln>
        </p:spPr>
      </p:sp>
      <p:sp>
        <p:nvSpPr>
          <p:cNvPr id="16" name="Shape 14"/>
          <p:cNvSpPr/>
          <p:nvPr/>
        </p:nvSpPr>
        <p:spPr>
          <a:xfrm>
            <a:off x="1166813" y="8699153"/>
            <a:ext cx="0" cy="1133475"/>
          </a:xfrm>
          <a:prstGeom prst="line">
            <a:avLst/>
          </a:prstGeom>
          <a:noFill/>
          <a:ln w="85725">
            <a:solidFill>
              <a:srgbClr val="2FD0A8"/>
            </a:solidFill>
            <a:prstDash val="solid"/>
          </a:ln>
        </p:spPr>
      </p:sp>
      <p:sp>
        <p:nvSpPr>
          <p:cNvPr id="17" name="Text 15"/>
          <p:cNvSpPr/>
          <p:nvPr/>
        </p:nvSpPr>
        <p:spPr>
          <a:xfrm>
            <a:off x="1123950" y="1123950"/>
            <a:ext cx="3002094" cy="295275"/>
          </a:xfrm>
          <a:prstGeom prst="rect">
            <a:avLst/>
          </a:prstGeom>
          <a:noFill/>
          <a:ln/>
        </p:spPr>
        <p:txBody>
          <a:bodyPr wrap="square" lIns="171450" tIns="66675" rIns="171450" bIns="66675" rtlCol="0" anchor="t"/>
          <a:lstStyle/>
          <a:p>
            <a:pPr algn="l" indent="0" marL="0">
              <a:buNone/>
            </a:pPr>
            <a:r>
              <a:rPr lang="en-US" sz="1125" b="1" dirty="0">
                <a:solidFill>
                  <a:srgbClr val="1B86AE"/>
                </a:solidFill>
                <a:latin typeface="Fredoka" pitchFamily="34" charset="0"/>
                <a:ea typeface="Fredoka" pitchFamily="34" charset="-122"/>
                <a:cs typeface="Fredoka" pitchFamily="34" charset="-120"/>
              </a:rPr>
              <a:t>GRAMMAR 3 · FUTURE SIMPLE</a:t>
            </a:r>
            <a:endParaRPr lang="en-US" sz="1125" dirty="0"/>
          </a:p>
        </p:txBody>
      </p:sp>
      <p:sp>
        <p:nvSpPr>
          <p:cNvPr id="18" name="Text 16"/>
          <p:cNvSpPr/>
          <p:nvPr/>
        </p:nvSpPr>
        <p:spPr>
          <a:xfrm>
            <a:off x="1123950" y="1533525"/>
            <a:ext cx="6812258" cy="515094"/>
          </a:xfrm>
          <a:prstGeom prst="rect">
            <a:avLst/>
          </a:prstGeom>
          <a:noFill/>
          <a:ln/>
        </p:spPr>
        <p:txBody>
          <a:bodyPr wrap="square" lIns="0" tIns="0" rIns="0" bIns="0" rtlCol="0" anchor="t"/>
          <a:lstStyle/>
          <a:p>
            <a:pPr algn="l" indent="0" marL="0">
              <a:lnSpc>
                <a:spcPts val="4056"/>
              </a:lnSpc>
              <a:spcBef>
                <a:spcPts val="900"/>
              </a:spcBef>
              <a:spcAft>
                <a:spcPts val="2613"/>
              </a:spcAft>
              <a:buNone/>
            </a:pPr>
            <a:r>
              <a:rPr lang="en-US" sz="3900" b="1" dirty="0">
                <a:solidFill>
                  <a:srgbClr val="2B2552"/>
                </a:solidFill>
                <a:latin typeface="Fredoka" pitchFamily="34" charset="0"/>
                <a:ea typeface="Fredoka" pitchFamily="34" charset="-122"/>
                <a:cs typeface="Fredoka" pitchFamily="34" charset="-120"/>
              </a:rPr>
              <a:t>Predictions &amp; Decisions 🔮</a:t>
            </a:r>
            <a:endParaRPr lang="en-US" sz="3900" dirty="0"/>
          </a:p>
        </p:txBody>
      </p:sp>
      <p:sp>
        <p:nvSpPr>
          <p:cNvPr id="19" name="Text 17"/>
          <p:cNvSpPr/>
          <p:nvPr/>
        </p:nvSpPr>
        <p:spPr>
          <a:xfrm rot="21420000">
            <a:off x="11067976" y="1556891"/>
            <a:ext cx="1600200"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Future Simple</a:t>
            </a:r>
            <a:endParaRPr lang="en-US" sz="1350" dirty="0"/>
          </a:p>
        </p:txBody>
      </p:sp>
      <p:sp>
        <p:nvSpPr>
          <p:cNvPr id="20" name="Text 18"/>
          <p:cNvSpPr/>
          <p:nvPr/>
        </p:nvSpPr>
        <p:spPr>
          <a:xfrm>
            <a:off x="1419225" y="3475732"/>
            <a:ext cx="5240655" cy="533400"/>
          </a:xfrm>
          <a:prstGeom prst="rect">
            <a:avLst/>
          </a:prstGeom>
          <a:noFill/>
          <a:ln/>
        </p:spPr>
        <p:txBody>
          <a:bodyPr wrap="square" lIns="0" tIns="0" rIns="0" bIns="0" rtlCol="0" anchor="t"/>
          <a:lstStyle/>
          <a:p>
            <a:pPr algn="l" indent="0" marL="0">
              <a:spcBef>
                <a:spcPts val="3150"/>
              </a:spcBef>
              <a:spcAft>
                <a:spcPts val="3150"/>
              </a:spcAft>
              <a:buNone/>
            </a:pPr>
            <a:r>
              <a:rPr lang="en-US" sz="3150" dirty="0">
                <a:solidFill>
                  <a:srgbClr val="2B2552"/>
                </a:solidFill>
                <a:latin typeface="Nunito" pitchFamily="34" charset="0"/>
                <a:ea typeface="Nunito" pitchFamily="34" charset="-122"/>
                <a:cs typeface="Nunito" pitchFamily="34" charset="-120"/>
              </a:rPr>
              <a:t>🔮</a:t>
            </a:r>
            <a:endParaRPr lang="en-US" sz="3150" dirty="0"/>
          </a:p>
        </p:txBody>
      </p:sp>
      <p:sp>
        <p:nvSpPr>
          <p:cNvPr id="21" name="Text 19"/>
          <p:cNvSpPr/>
          <p:nvPr/>
        </p:nvSpPr>
        <p:spPr>
          <a:xfrm>
            <a:off x="1419225" y="4409182"/>
            <a:ext cx="5240655" cy="304800"/>
          </a:xfrm>
          <a:prstGeom prst="rect">
            <a:avLst/>
          </a:prstGeom>
          <a:noFill/>
          <a:ln/>
        </p:spPr>
        <p:txBody>
          <a:bodyPr wrap="square" lIns="0" tIns="0" rIns="0" bIns="0" rtlCol="0" anchor="t"/>
          <a:lstStyle/>
          <a:p>
            <a:pPr algn="l" indent="0" marL="0">
              <a:spcBef>
                <a:spcPts val="900"/>
              </a:spcBef>
              <a:spcAft>
                <a:spcPts val="1743"/>
              </a:spcAft>
              <a:buNone/>
            </a:pPr>
            <a:r>
              <a:rPr lang="en-US" sz="2100" b="1" dirty="0">
                <a:solidFill>
                  <a:srgbClr val="7C5CFC"/>
                </a:solidFill>
                <a:latin typeface="Fredoka" pitchFamily="34" charset="0"/>
                <a:ea typeface="Fredoka" pitchFamily="34" charset="-122"/>
                <a:cs typeface="Fredoka" pitchFamily="34" charset="-120"/>
              </a:rPr>
              <a:t>Predictions</a:t>
            </a:r>
            <a:endParaRPr lang="en-US" sz="2100" dirty="0"/>
          </a:p>
        </p:txBody>
      </p:sp>
      <p:sp>
        <p:nvSpPr>
          <p:cNvPr id="22" name="Text 20"/>
          <p:cNvSpPr/>
          <p:nvPr/>
        </p:nvSpPr>
        <p:spPr>
          <a:xfrm>
            <a:off x="1419225" y="4935289"/>
            <a:ext cx="5240655" cy="285750"/>
          </a:xfrm>
          <a:prstGeom prst="rect">
            <a:avLst/>
          </a:prstGeom>
          <a:noFill/>
          <a:ln/>
        </p:spPr>
        <p:txBody>
          <a:bodyPr wrap="square" lIns="0" tIns="0" rIns="0" bIns="0" rtlCol="0" anchor="t"/>
          <a:lstStyle/>
          <a:p>
            <a:pPr algn="l" indent="0" marL="0">
              <a:spcBef>
                <a:spcPts val="900"/>
              </a:spcBef>
              <a:spcAft>
                <a:spcPts val="1575"/>
              </a:spcAft>
              <a:buNone/>
            </a:pPr>
            <a:r>
              <a:rPr lang="en-US" sz="1575" dirty="0">
                <a:solidFill>
                  <a:srgbClr val="2B2552"/>
                </a:solidFill>
                <a:latin typeface="Nunito" pitchFamily="34" charset="0"/>
                <a:ea typeface="Nunito" pitchFamily="34" charset="-122"/>
                <a:cs typeface="Nunito" pitchFamily="34" charset="-120"/>
              </a:rPr>
              <a:t>I think it </a:t>
            </a:r>
            <a:pPr algn="l" indent="0" marL="0">
              <a:spcBef>
                <a:spcPts val="900"/>
              </a:spcBef>
              <a:spcAft>
                <a:spcPts val="1575"/>
              </a:spcAft>
              <a:buNone/>
            </a:pPr>
            <a:r>
              <a:rPr lang="en-US" sz="1575" b="1" dirty="0">
                <a:solidFill>
                  <a:srgbClr val="2B2552"/>
                </a:solidFill>
                <a:latin typeface="Nunito" pitchFamily="34" charset="0"/>
                <a:ea typeface="Nunito" pitchFamily="34" charset="-122"/>
                <a:cs typeface="Nunito" pitchFamily="34" charset="-120"/>
              </a:rPr>
              <a:t>will snow</a:t>
            </a:r>
            <a:pPr algn="l" indent="0" marL="0">
              <a:spcBef>
                <a:spcPts val="900"/>
              </a:spcBef>
              <a:spcAft>
                <a:spcPts val="1575"/>
              </a:spcAft>
              <a:buNone/>
            </a:pPr>
            <a:r>
              <a:rPr lang="en-US" sz="1575" dirty="0">
                <a:solidFill>
                  <a:srgbClr val="2B2552"/>
                </a:solidFill>
                <a:latin typeface="Nunito" pitchFamily="34" charset="0"/>
                <a:ea typeface="Nunito" pitchFamily="34" charset="-122"/>
                <a:cs typeface="Nunito" pitchFamily="34" charset="-120"/>
              </a:rPr>
              <a:t> tomorrow.</a:t>
            </a:r>
            <a:endParaRPr lang="en-US" sz="1575" dirty="0"/>
          </a:p>
        </p:txBody>
      </p:sp>
      <p:sp>
        <p:nvSpPr>
          <p:cNvPr id="23" name="Text 21"/>
          <p:cNvSpPr/>
          <p:nvPr/>
        </p:nvSpPr>
        <p:spPr>
          <a:xfrm>
            <a:off x="1419225" y="5421064"/>
            <a:ext cx="5240655" cy="200025"/>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I think · probably · maybe · I’m sure</a:t>
            </a:r>
            <a:endParaRPr lang="en-US" sz="1350" dirty="0"/>
          </a:p>
        </p:txBody>
      </p:sp>
      <p:sp>
        <p:nvSpPr>
          <p:cNvPr id="24" name="Text 22"/>
          <p:cNvSpPr/>
          <p:nvPr/>
        </p:nvSpPr>
        <p:spPr>
          <a:xfrm>
            <a:off x="7305675" y="3475732"/>
            <a:ext cx="5240655" cy="533400"/>
          </a:xfrm>
          <a:prstGeom prst="rect">
            <a:avLst/>
          </a:prstGeom>
          <a:noFill/>
          <a:ln/>
        </p:spPr>
        <p:txBody>
          <a:bodyPr wrap="square" lIns="0" tIns="0" rIns="0" bIns="0" rtlCol="0" anchor="t"/>
          <a:lstStyle/>
          <a:p>
            <a:pPr algn="l" indent="0" marL="0">
              <a:spcBef>
                <a:spcPts val="3150"/>
              </a:spcBef>
              <a:spcAft>
                <a:spcPts val="3150"/>
              </a:spcAft>
              <a:buNone/>
            </a:pPr>
            <a:r>
              <a:rPr lang="en-US" sz="3150" dirty="0">
                <a:solidFill>
                  <a:srgbClr val="2B2552"/>
                </a:solidFill>
                <a:latin typeface="Nunito" pitchFamily="34" charset="0"/>
                <a:ea typeface="Nunito" pitchFamily="34" charset="-122"/>
                <a:cs typeface="Nunito" pitchFamily="34" charset="-120"/>
              </a:rPr>
              <a:t>⚡</a:t>
            </a:r>
            <a:endParaRPr lang="en-US" sz="3150" dirty="0"/>
          </a:p>
        </p:txBody>
      </p:sp>
      <p:sp>
        <p:nvSpPr>
          <p:cNvPr id="25" name="Text 23"/>
          <p:cNvSpPr/>
          <p:nvPr/>
        </p:nvSpPr>
        <p:spPr>
          <a:xfrm>
            <a:off x="7305675" y="4409182"/>
            <a:ext cx="5240655" cy="304800"/>
          </a:xfrm>
          <a:prstGeom prst="rect">
            <a:avLst/>
          </a:prstGeom>
          <a:noFill/>
          <a:ln/>
        </p:spPr>
        <p:txBody>
          <a:bodyPr wrap="square" lIns="0" tIns="0" rIns="0" bIns="0" rtlCol="0" anchor="t"/>
          <a:lstStyle/>
          <a:p>
            <a:pPr algn="l" indent="0" marL="0">
              <a:spcBef>
                <a:spcPts val="900"/>
              </a:spcBef>
              <a:spcAft>
                <a:spcPts val="1743"/>
              </a:spcAft>
              <a:buNone/>
            </a:pPr>
            <a:r>
              <a:rPr lang="en-US" sz="2100" b="1" dirty="0">
                <a:solidFill>
                  <a:srgbClr val="0E8C6E"/>
                </a:solidFill>
                <a:latin typeface="Fredoka" pitchFamily="34" charset="0"/>
                <a:ea typeface="Fredoka" pitchFamily="34" charset="-122"/>
                <a:cs typeface="Fredoka" pitchFamily="34" charset="-120"/>
              </a:rPr>
              <a:t>Now decisions</a:t>
            </a:r>
            <a:endParaRPr lang="en-US" sz="2100" dirty="0"/>
          </a:p>
        </p:txBody>
      </p:sp>
      <p:sp>
        <p:nvSpPr>
          <p:cNvPr id="26" name="Text 24"/>
          <p:cNvSpPr/>
          <p:nvPr/>
        </p:nvSpPr>
        <p:spPr>
          <a:xfrm>
            <a:off x="7305675" y="4935289"/>
            <a:ext cx="5240655" cy="285750"/>
          </a:xfrm>
          <a:prstGeom prst="rect">
            <a:avLst/>
          </a:prstGeom>
          <a:noFill/>
          <a:ln/>
        </p:spPr>
        <p:txBody>
          <a:bodyPr wrap="square" lIns="0" tIns="0" rIns="0" bIns="0" rtlCol="0" anchor="t"/>
          <a:lstStyle/>
          <a:p>
            <a:pPr algn="l" indent="0" marL="0">
              <a:spcBef>
                <a:spcPts val="900"/>
              </a:spcBef>
              <a:spcAft>
                <a:spcPts val="1575"/>
              </a:spcAft>
              <a:buNone/>
            </a:pPr>
            <a:r>
              <a:rPr lang="en-US" sz="1575" dirty="0">
                <a:solidFill>
                  <a:srgbClr val="2B2552"/>
                </a:solidFill>
                <a:latin typeface="Nunito" pitchFamily="34" charset="0"/>
                <a:ea typeface="Nunito" pitchFamily="34" charset="-122"/>
                <a:cs typeface="Nunito" pitchFamily="34" charset="-120"/>
              </a:rPr>
              <a:t>“I’m cold.” “I </a:t>
            </a:r>
            <a:pPr algn="l" indent="0" marL="0">
              <a:spcBef>
                <a:spcPts val="900"/>
              </a:spcBef>
              <a:spcAft>
                <a:spcPts val="1575"/>
              </a:spcAft>
              <a:buNone/>
            </a:pPr>
            <a:r>
              <a:rPr lang="en-US" sz="1575" b="1" dirty="0">
                <a:solidFill>
                  <a:srgbClr val="2B2552"/>
                </a:solidFill>
                <a:latin typeface="Nunito" pitchFamily="34" charset="0"/>
                <a:ea typeface="Nunito" pitchFamily="34" charset="-122"/>
                <a:cs typeface="Nunito" pitchFamily="34" charset="-120"/>
              </a:rPr>
              <a:t>will close</a:t>
            </a:r>
            <a:pPr algn="l" indent="0" marL="0">
              <a:spcBef>
                <a:spcPts val="900"/>
              </a:spcBef>
              <a:spcAft>
                <a:spcPts val="1575"/>
              </a:spcAft>
              <a:buNone/>
            </a:pPr>
            <a:r>
              <a:rPr lang="en-US" sz="1575" dirty="0">
                <a:solidFill>
                  <a:srgbClr val="2B2552"/>
                </a:solidFill>
                <a:latin typeface="Nunito" pitchFamily="34" charset="0"/>
                <a:ea typeface="Nunito" pitchFamily="34" charset="-122"/>
                <a:cs typeface="Nunito" pitchFamily="34" charset="-120"/>
              </a:rPr>
              <a:t> the window.”</a:t>
            </a:r>
            <a:endParaRPr lang="en-US" sz="1575" dirty="0"/>
          </a:p>
        </p:txBody>
      </p:sp>
      <p:sp>
        <p:nvSpPr>
          <p:cNvPr id="27" name="Text 25"/>
          <p:cNvSpPr/>
          <p:nvPr/>
        </p:nvSpPr>
        <p:spPr>
          <a:xfrm>
            <a:off x="7305675" y="5421064"/>
            <a:ext cx="5240655" cy="200025"/>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offers · promises · instant decisions</a:t>
            </a:r>
            <a:endParaRPr lang="en-US" sz="1350" dirty="0"/>
          </a:p>
        </p:txBody>
      </p:sp>
      <p:sp>
        <p:nvSpPr>
          <p:cNvPr id="28" name="Text 26"/>
          <p:cNvSpPr/>
          <p:nvPr/>
        </p:nvSpPr>
        <p:spPr>
          <a:xfrm>
            <a:off x="1390650" y="6841034"/>
            <a:ext cx="11481435" cy="295275"/>
          </a:xfrm>
          <a:prstGeom prst="rect">
            <a:avLst/>
          </a:prstGeom>
          <a:noFill/>
          <a:ln/>
        </p:spPr>
        <p:txBody>
          <a:bodyPr wrap="square" lIns="0" tIns="0" rIns="0" bIns="0" rtlCol="0" anchor="t"/>
          <a:lstStyle/>
          <a:p>
            <a:pPr algn="l" indent="0" marL="0">
              <a:spcBef>
                <a:spcPts val="1432"/>
              </a:spcBef>
              <a:spcAft>
                <a:spcPts val="1432"/>
              </a:spcAft>
              <a:buNone/>
            </a:pPr>
            <a:r>
              <a:rPr lang="en-US" sz="1725" b="1" dirty="0">
                <a:solidFill>
                  <a:srgbClr val="7C5CFC"/>
                </a:solidFill>
                <a:latin typeface="Fredoka" pitchFamily="34" charset="0"/>
                <a:ea typeface="Fredoka" pitchFamily="34" charset="-122"/>
                <a:cs typeface="Fredoka" pitchFamily="34" charset="-120"/>
              </a:rPr>
              <a:t>📐 Form</a:t>
            </a:r>
            <a:endParaRPr lang="en-US" sz="1725" dirty="0"/>
          </a:p>
        </p:txBody>
      </p:sp>
      <p:sp>
        <p:nvSpPr>
          <p:cNvPr id="29" name="Text 27"/>
          <p:cNvSpPr/>
          <p:nvPr/>
        </p:nvSpPr>
        <p:spPr>
          <a:xfrm>
            <a:off x="1390650" y="7318028"/>
            <a:ext cx="11481435" cy="247650"/>
          </a:xfrm>
          <a:prstGeom prst="rect">
            <a:avLst/>
          </a:prstGeom>
          <a:noFill/>
          <a:ln/>
        </p:spPr>
        <p:txBody>
          <a:bodyPr wrap="square" lIns="0" tIns="0" rIns="0" bIns="0" rtlCol="0" anchor="t"/>
          <a:lstStyle/>
          <a:p>
            <a:pPr algn="l" indent="0" marL="0">
              <a:spcBef>
                <a:spcPts val="600"/>
              </a:spcBef>
              <a:spcAft>
                <a:spcPts val="1650"/>
              </a:spcAft>
              <a:buNone/>
            </a:pPr>
            <a:r>
              <a:rPr lang="en-US" sz="1650" dirty="0">
                <a:solidFill>
                  <a:srgbClr val="2B2552"/>
                </a:solidFill>
                <a:latin typeface="Nunito" pitchFamily="34" charset="0"/>
                <a:ea typeface="Nunito" pitchFamily="34" charset="-122"/>
                <a:cs typeface="Nunito" pitchFamily="34" charset="-120"/>
              </a:rPr>
              <a:t>subject + </a:t>
            </a:r>
            <a:pPr algn="l" indent="0" marL="0">
              <a:spcBef>
                <a:spcPts val="600"/>
              </a:spcBef>
              <a:spcAft>
                <a:spcPts val="1650"/>
              </a:spcAft>
              <a:buNone/>
            </a:pPr>
            <a:r>
              <a:rPr lang="en-US" sz="1650" b="1" dirty="0">
                <a:solidFill>
                  <a:srgbClr val="7C5CFC"/>
                </a:solidFill>
                <a:latin typeface="Nunito" pitchFamily="34" charset="0"/>
                <a:ea typeface="Nunito" pitchFamily="34" charset="-122"/>
                <a:cs typeface="Nunito" pitchFamily="34" charset="-120"/>
              </a:rPr>
              <a:t>will</a:t>
            </a:r>
            <a:pPr algn="l" indent="0" marL="0">
              <a:spcBef>
                <a:spcPts val="600"/>
              </a:spcBef>
              <a:spcAft>
                <a:spcPts val="1650"/>
              </a:spcAft>
              <a:buNone/>
            </a:pPr>
            <a:r>
              <a:rPr lang="en-US" sz="1650" dirty="0">
                <a:solidFill>
                  <a:srgbClr val="2B2552"/>
                </a:solidFill>
                <a:latin typeface="Nunito" pitchFamily="34" charset="0"/>
                <a:ea typeface="Nunito" pitchFamily="34" charset="-122"/>
                <a:cs typeface="Nunito" pitchFamily="34" charset="-120"/>
              </a:rPr>
              <a:t> + base verb</a:t>
            </a:r>
            <a:endParaRPr lang="en-US" sz="1650" dirty="0"/>
          </a:p>
        </p:txBody>
      </p:sp>
      <p:sp>
        <p:nvSpPr>
          <p:cNvPr id="30" name="Text 28"/>
          <p:cNvSpPr/>
          <p:nvPr/>
        </p:nvSpPr>
        <p:spPr>
          <a:xfrm>
            <a:off x="1390650" y="7775228"/>
            <a:ext cx="11481435" cy="209550"/>
          </a:xfrm>
          <a:prstGeom prst="rect">
            <a:avLst/>
          </a:prstGeom>
          <a:noFill/>
          <a:ln/>
        </p:spPr>
        <p:txBody>
          <a:bodyPr wrap="square" lIns="0" tIns="0" rIns="0" bIns="0" rtlCol="0" anchor="t"/>
          <a:lstStyle/>
          <a:p>
            <a:pPr algn="l" indent="0" marL="0">
              <a:spcBef>
                <a:spcPts val="600"/>
              </a:spcBef>
              <a:spcAft>
                <a:spcPts val="1425"/>
              </a:spcAft>
              <a:buNone/>
            </a:pPr>
            <a:r>
              <a:rPr lang="en-US" sz="1425" dirty="0">
                <a:solidFill>
                  <a:srgbClr val="5B5478"/>
                </a:solidFill>
                <a:latin typeface="Nunito" pitchFamily="34" charset="0"/>
                <a:ea typeface="Nunito" pitchFamily="34" charset="-122"/>
                <a:cs typeface="Nunito" pitchFamily="34" charset="-120"/>
              </a:rPr>
              <a:t>She </a:t>
            </a:r>
            <a:pPr algn="l" indent="0" marL="0">
              <a:spcBef>
                <a:spcPts val="600"/>
              </a:spcBef>
              <a:spcAft>
                <a:spcPts val="1425"/>
              </a:spcAft>
              <a:buNone/>
            </a:pPr>
            <a:r>
              <a:rPr lang="en-US" sz="1425" b="1" dirty="0">
                <a:solidFill>
                  <a:srgbClr val="5B5478"/>
                </a:solidFill>
                <a:latin typeface="Nunito" pitchFamily="34" charset="0"/>
                <a:ea typeface="Nunito" pitchFamily="34" charset="-122"/>
                <a:cs typeface="Nunito" pitchFamily="34" charset="-120"/>
              </a:rPr>
              <a:t>will travel</a:t>
            </a:r>
            <a:pPr algn="l" indent="0" marL="0">
              <a:spcBef>
                <a:spcPts val="600"/>
              </a:spcBef>
              <a:spcAft>
                <a:spcPts val="1425"/>
              </a:spcAft>
              <a:buNone/>
            </a:pPr>
            <a:r>
              <a:rPr lang="en-US" sz="1425" dirty="0">
                <a:solidFill>
                  <a:srgbClr val="5B5478"/>
                </a:solidFill>
                <a:latin typeface="Nunito" pitchFamily="34" charset="0"/>
                <a:ea typeface="Nunito" pitchFamily="34" charset="-122"/>
                <a:cs typeface="Nunito" pitchFamily="34" charset="-120"/>
              </a:rPr>
              <a:t>. / They </a:t>
            </a:r>
            <a:pPr algn="l" indent="0" marL="0">
              <a:spcBef>
                <a:spcPts val="600"/>
              </a:spcBef>
              <a:spcAft>
                <a:spcPts val="1425"/>
              </a:spcAft>
              <a:buNone/>
            </a:pPr>
            <a:r>
              <a:rPr lang="en-US" sz="1425" b="1" dirty="0">
                <a:solidFill>
                  <a:srgbClr val="5B5478"/>
                </a:solidFill>
                <a:latin typeface="Nunito" pitchFamily="34" charset="0"/>
                <a:ea typeface="Nunito" pitchFamily="34" charset="-122"/>
                <a:cs typeface="Nunito" pitchFamily="34" charset="-120"/>
              </a:rPr>
              <a:t>won’t stay</a:t>
            </a:r>
            <a:pPr algn="l" indent="0" marL="0">
              <a:spcBef>
                <a:spcPts val="600"/>
              </a:spcBef>
              <a:spcAft>
                <a:spcPts val="1425"/>
              </a:spcAft>
              <a:buNone/>
            </a:pPr>
            <a:r>
              <a:rPr lang="en-US" sz="1425" dirty="0">
                <a:solidFill>
                  <a:srgbClr val="5B5478"/>
                </a:solidFill>
                <a:latin typeface="Nunito" pitchFamily="34" charset="0"/>
                <a:ea typeface="Nunito" pitchFamily="34" charset="-122"/>
                <a:cs typeface="Nunito" pitchFamily="34" charset="-120"/>
              </a:rPr>
              <a:t>. / </a:t>
            </a:r>
            <a:pPr algn="l" indent="0" marL="0">
              <a:spcBef>
                <a:spcPts val="600"/>
              </a:spcBef>
              <a:spcAft>
                <a:spcPts val="1425"/>
              </a:spcAft>
              <a:buNone/>
            </a:pPr>
            <a:r>
              <a:rPr lang="en-US" sz="1425" b="1" dirty="0">
                <a:solidFill>
                  <a:srgbClr val="5B5478"/>
                </a:solidFill>
                <a:latin typeface="Nunito" pitchFamily="34" charset="0"/>
                <a:ea typeface="Nunito" pitchFamily="34" charset="-122"/>
                <a:cs typeface="Nunito" pitchFamily="34" charset="-120"/>
              </a:rPr>
              <a:t>Will</a:t>
            </a:r>
            <a:pPr algn="l" indent="0" marL="0">
              <a:spcBef>
                <a:spcPts val="600"/>
              </a:spcBef>
              <a:spcAft>
                <a:spcPts val="1425"/>
              </a:spcAft>
              <a:buNone/>
            </a:pPr>
            <a:r>
              <a:rPr lang="en-US" sz="1425" dirty="0">
                <a:solidFill>
                  <a:srgbClr val="5B5478"/>
                </a:solidFill>
                <a:latin typeface="Nunito" pitchFamily="34" charset="0"/>
                <a:ea typeface="Nunito" pitchFamily="34" charset="-122"/>
                <a:cs typeface="Nunito" pitchFamily="34" charset="-120"/>
              </a:rPr>
              <a:t> you join us?</a:t>
            </a:r>
            <a:endParaRPr lang="en-US" sz="1425" dirty="0"/>
          </a:p>
        </p:txBody>
      </p:sp>
      <p:sp>
        <p:nvSpPr>
          <p:cNvPr id="31" name="Text 29"/>
          <p:cNvSpPr/>
          <p:nvPr/>
        </p:nvSpPr>
        <p:spPr>
          <a:xfrm>
            <a:off x="1457325" y="8927753"/>
            <a:ext cx="1676928"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PREDICTION POLL</a:t>
            </a:r>
            <a:endParaRPr lang="en-US" sz="1050" dirty="0"/>
          </a:p>
        </p:txBody>
      </p:sp>
      <p:sp>
        <p:nvSpPr>
          <p:cNvPr id="32" name="Text 30"/>
          <p:cNvSpPr/>
          <p:nvPr/>
        </p:nvSpPr>
        <p:spPr>
          <a:xfrm>
            <a:off x="1457325" y="9165878"/>
            <a:ext cx="11431429" cy="266700"/>
          </a:xfrm>
          <a:prstGeom prst="rect">
            <a:avLst/>
          </a:prstGeom>
          <a:noFill/>
          <a:ln/>
        </p:spPr>
        <p:txBody>
          <a:bodyPr wrap="square" lIns="0" tIns="0" rIns="0" bIns="0" rtlCol="0" anchor="t"/>
          <a:lstStyle/>
          <a:p>
            <a:pPr algn="l" indent="0" marL="0">
              <a:spcBef>
                <a:spcPts val="600"/>
              </a:spcBef>
              <a:spcAft>
                <a:spcPts val="1500"/>
              </a:spcAft>
              <a:buNone/>
            </a:pPr>
            <a:r>
              <a:rPr lang="en-US" sz="1500" dirty="0">
                <a:solidFill>
                  <a:srgbClr val="2B2552"/>
                </a:solidFill>
                <a:latin typeface="Nunito" pitchFamily="34" charset="0"/>
                <a:ea typeface="Nunito" pitchFamily="34" charset="-122"/>
                <a:cs typeface="Nunito" pitchFamily="34" charset="-120"/>
              </a:rPr>
              <a:t>What will happen next weekend? Vote: </a:t>
            </a:r>
            <a:pPr algn="l" indent="0" marL="0">
              <a:spcBef>
                <a:spcPts val="600"/>
              </a:spcBef>
              <a:spcAft>
                <a:spcPts val="1500"/>
              </a:spcAft>
              <a:buNone/>
            </a:pPr>
            <a:r>
              <a:rPr lang="en-US" sz="1500" b="1" dirty="0">
                <a:solidFill>
                  <a:srgbClr val="2B2552"/>
                </a:solidFill>
                <a:latin typeface="Nunito" pitchFamily="34" charset="0"/>
                <a:ea typeface="Nunito" pitchFamily="34" charset="-122"/>
                <a:cs typeface="Nunito" pitchFamily="34" charset="-120"/>
              </a:rPr>
              <a:t>sunny</a:t>
            </a:r>
            <a:pPr algn="l" indent="0" marL="0">
              <a:spcBef>
                <a:spcPts val="600"/>
              </a:spcBef>
              <a:spcAft>
                <a:spcPts val="1500"/>
              </a:spcAft>
              <a:buNone/>
            </a:pPr>
            <a:r>
              <a:rPr lang="en-US" sz="1500" dirty="0">
                <a:solidFill>
                  <a:srgbClr val="2B2552"/>
                </a:solidFill>
                <a:latin typeface="Nunito" pitchFamily="34" charset="0"/>
                <a:ea typeface="Nunito" pitchFamily="34" charset="-122"/>
                <a:cs typeface="Nunito" pitchFamily="34" charset="-120"/>
              </a:rPr>
              <a:t> ☀️ · </a:t>
            </a:r>
            <a:pPr algn="l" indent="0" marL="0">
              <a:spcBef>
                <a:spcPts val="600"/>
              </a:spcBef>
              <a:spcAft>
                <a:spcPts val="1500"/>
              </a:spcAft>
              <a:buNone/>
            </a:pPr>
            <a:r>
              <a:rPr lang="en-US" sz="1500" b="1" dirty="0">
                <a:solidFill>
                  <a:srgbClr val="2B2552"/>
                </a:solidFill>
                <a:latin typeface="Nunito" pitchFamily="34" charset="0"/>
                <a:ea typeface="Nunito" pitchFamily="34" charset="-122"/>
                <a:cs typeface="Nunito" pitchFamily="34" charset="-120"/>
              </a:rPr>
              <a:t>rainy</a:t>
            </a:r>
            <a:pPr algn="l" indent="0" marL="0">
              <a:spcBef>
                <a:spcPts val="600"/>
              </a:spcBef>
              <a:spcAft>
                <a:spcPts val="1500"/>
              </a:spcAft>
              <a:buNone/>
            </a:pPr>
            <a:r>
              <a:rPr lang="en-US" sz="1500" dirty="0">
                <a:solidFill>
                  <a:srgbClr val="2B2552"/>
                </a:solidFill>
                <a:latin typeface="Nunito" pitchFamily="34" charset="0"/>
                <a:ea typeface="Nunito" pitchFamily="34" charset="-122"/>
                <a:cs typeface="Nunito" pitchFamily="34" charset="-120"/>
              </a:rPr>
              <a:t> 🌧️ · </a:t>
            </a:r>
            <a:pPr algn="l" indent="0" marL="0">
              <a:spcBef>
                <a:spcPts val="600"/>
              </a:spcBef>
              <a:spcAft>
                <a:spcPts val="1500"/>
              </a:spcAft>
              <a:buNone/>
            </a:pPr>
            <a:r>
              <a:rPr lang="en-US" sz="1500" b="1" dirty="0">
                <a:solidFill>
                  <a:srgbClr val="2B2552"/>
                </a:solidFill>
                <a:latin typeface="Nunito" pitchFamily="34" charset="0"/>
                <a:ea typeface="Nunito" pitchFamily="34" charset="-122"/>
                <a:cs typeface="Nunito" pitchFamily="34" charset="-120"/>
              </a:rPr>
              <a:t>snowy</a:t>
            </a:r>
            <a:pPr algn="l" indent="0" marL="0">
              <a:spcBef>
                <a:spcPts val="600"/>
              </a:spcBef>
              <a:spcAft>
                <a:spcPts val="1500"/>
              </a:spcAft>
              <a:buNone/>
            </a:pPr>
            <a:r>
              <a:rPr lang="en-US" sz="1500" dirty="0">
                <a:solidFill>
                  <a:srgbClr val="2B2552"/>
                </a:solidFill>
                <a:latin typeface="Nunito" pitchFamily="34" charset="0"/>
                <a:ea typeface="Nunito" pitchFamily="34" charset="-122"/>
                <a:cs typeface="Nunito" pitchFamily="34" charset="-120"/>
              </a:rPr>
              <a:t> ❄️. Explain with “I think … will …”</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620500" y="1143000"/>
            <a:ext cx="952500" cy="952500"/>
          </a:xfrm>
          <a:prstGeom prst="roundRect">
            <a:avLst>
              <a:gd name="adj" fmla="val 999000"/>
            </a:avLst>
          </a:prstGeom>
          <a:solidFill>
            <a:srgbClr val="4CC9F0"/>
          </a:solidFill>
          <a:ln/>
        </p:spPr>
      </p:sp>
      <p:sp>
        <p:nvSpPr>
          <p:cNvPr id="4" name="Shape 2"/>
          <p:cNvSpPr/>
          <p:nvPr/>
        </p:nvSpPr>
        <p:spPr>
          <a:xfrm>
            <a:off x="1123950" y="3018532"/>
            <a:ext cx="11468100" cy="2562225"/>
          </a:xfrm>
          <a:prstGeom prst="roundRect">
            <a:avLst>
              <a:gd name="adj" fmla="val 8922"/>
            </a:avLst>
          </a:prstGeom>
          <a:solidFill>
            <a:srgbClr val="FFF6DD"/>
          </a:solidFill>
          <a:ln/>
        </p:spPr>
      </p:sp>
      <p:sp>
        <p:nvSpPr>
          <p:cNvPr id="5" name="Shape 3"/>
          <p:cNvSpPr/>
          <p:nvPr/>
        </p:nvSpPr>
        <p:spPr>
          <a:xfrm>
            <a:off x="1390650" y="4180582"/>
            <a:ext cx="3543300" cy="1133475"/>
          </a:xfrm>
          <a:prstGeom prst="roundRect">
            <a:avLst>
              <a:gd name="adj" fmla="val 13445"/>
            </a:avLst>
          </a:prstGeom>
          <a:solidFill>
            <a:srgbClr val="FFFFFF"/>
          </a:solidFill>
          <a:ln/>
        </p:spPr>
      </p:sp>
      <p:sp>
        <p:nvSpPr>
          <p:cNvPr id="6" name="Shape 4"/>
          <p:cNvSpPr/>
          <p:nvPr/>
        </p:nvSpPr>
        <p:spPr>
          <a:xfrm>
            <a:off x="5086350" y="4180582"/>
            <a:ext cx="3543300" cy="1133475"/>
          </a:xfrm>
          <a:prstGeom prst="roundRect">
            <a:avLst>
              <a:gd name="adj" fmla="val 13445"/>
            </a:avLst>
          </a:prstGeom>
          <a:solidFill>
            <a:srgbClr val="FFFFFF"/>
          </a:solidFill>
          <a:ln/>
        </p:spPr>
      </p:sp>
      <p:sp>
        <p:nvSpPr>
          <p:cNvPr id="7" name="Shape 5"/>
          <p:cNvSpPr/>
          <p:nvPr/>
        </p:nvSpPr>
        <p:spPr>
          <a:xfrm>
            <a:off x="8782050" y="4180582"/>
            <a:ext cx="3543300" cy="1133475"/>
          </a:xfrm>
          <a:prstGeom prst="roundRect">
            <a:avLst>
              <a:gd name="adj" fmla="val 13445"/>
            </a:avLst>
          </a:prstGeom>
          <a:solidFill>
            <a:srgbClr val="FFFFFF"/>
          </a:solidFill>
          <a:ln/>
        </p:spPr>
      </p:sp>
      <p:sp>
        <p:nvSpPr>
          <p:cNvPr id="8" name="Shape 6"/>
          <p:cNvSpPr/>
          <p:nvPr/>
        </p:nvSpPr>
        <p:spPr>
          <a:xfrm>
            <a:off x="1123950" y="5885557"/>
            <a:ext cx="2724150" cy="1666875"/>
          </a:xfrm>
          <a:prstGeom prst="roundRect">
            <a:avLst>
              <a:gd name="adj" fmla="val 14857"/>
            </a:avLst>
          </a:prstGeom>
          <a:solidFill>
            <a:srgbClr val="FFFFFF"/>
          </a:solidFill>
          <a:ln/>
          <a:effectLst>
            <a:outerShdw sx="100000" sy="100000" kx="0" ky="0" algn="bl" rotWithShape="0" blurRad="285750" dist="133350" dir="5400000">
              <a:srgbClr val="2FD0A8">
                <a:alpha val="18000"/>
              </a:srgbClr>
            </a:outerShdw>
          </a:effectLst>
        </p:spPr>
      </p:sp>
      <p:sp>
        <p:nvSpPr>
          <p:cNvPr id="9" name="Shape 7"/>
          <p:cNvSpPr/>
          <p:nvPr/>
        </p:nvSpPr>
        <p:spPr>
          <a:xfrm>
            <a:off x="4038600" y="5885557"/>
            <a:ext cx="2724150" cy="1666875"/>
          </a:xfrm>
          <a:prstGeom prst="roundRect">
            <a:avLst>
              <a:gd name="adj" fmla="val 14857"/>
            </a:avLst>
          </a:prstGeom>
          <a:solidFill>
            <a:srgbClr val="FFFFFF"/>
          </a:solidFill>
          <a:ln/>
          <a:effectLst>
            <a:outerShdw sx="100000" sy="100000" kx="0" ky="0" algn="bl" rotWithShape="0" blurRad="285750" dist="133350" dir="5400000">
              <a:srgbClr val="2FD0A8">
                <a:alpha val="18000"/>
              </a:srgbClr>
            </a:outerShdw>
          </a:effectLst>
        </p:spPr>
      </p:sp>
      <p:sp>
        <p:nvSpPr>
          <p:cNvPr id="10" name="Shape 8"/>
          <p:cNvSpPr/>
          <p:nvPr/>
        </p:nvSpPr>
        <p:spPr>
          <a:xfrm>
            <a:off x="6953250" y="5885557"/>
            <a:ext cx="2724150" cy="1666875"/>
          </a:xfrm>
          <a:prstGeom prst="roundRect">
            <a:avLst>
              <a:gd name="adj" fmla="val 14857"/>
            </a:avLst>
          </a:prstGeom>
          <a:solidFill>
            <a:srgbClr val="FFFFFF"/>
          </a:solidFill>
          <a:ln/>
          <a:effectLst>
            <a:outerShdw sx="100000" sy="100000" kx="0" ky="0" algn="bl" rotWithShape="0" blurRad="285750" dist="133350" dir="5400000">
              <a:srgbClr val="2FD0A8">
                <a:alpha val="18000"/>
              </a:srgbClr>
            </a:outerShdw>
          </a:effectLst>
        </p:spPr>
      </p:sp>
      <p:sp>
        <p:nvSpPr>
          <p:cNvPr id="11" name="Shape 9"/>
          <p:cNvSpPr/>
          <p:nvPr/>
        </p:nvSpPr>
        <p:spPr>
          <a:xfrm>
            <a:off x="9867900" y="5885557"/>
            <a:ext cx="2724150" cy="1666875"/>
          </a:xfrm>
          <a:prstGeom prst="roundRect">
            <a:avLst>
              <a:gd name="adj" fmla="val 14857"/>
            </a:avLst>
          </a:prstGeom>
          <a:solidFill>
            <a:srgbClr val="FFFFFF"/>
          </a:solidFill>
          <a:ln/>
          <a:effectLst>
            <a:outerShdw sx="100000" sy="100000" kx="0" ky="0" algn="bl" rotWithShape="0" blurRad="285750" dist="133350" dir="5400000">
              <a:srgbClr val="2FD0A8">
                <a:alpha val="18000"/>
              </a:srgbClr>
            </a:outerShdw>
          </a:effectLst>
        </p:spPr>
      </p:sp>
      <p:sp>
        <p:nvSpPr>
          <p:cNvPr id="12" name="Shape 10"/>
          <p:cNvSpPr/>
          <p:nvPr/>
        </p:nvSpPr>
        <p:spPr>
          <a:xfrm>
            <a:off x="1116179" y="7757235"/>
            <a:ext cx="11483641" cy="1190595"/>
          </a:xfrm>
          <a:prstGeom prst="roundRect">
            <a:avLst>
              <a:gd name="adj" fmla="val 12800"/>
            </a:avLst>
          </a:prstGeom>
          <a:solidFill>
            <a:srgbClr val="FFF4CC"/>
          </a:solidFill>
          <a:ln w="19050">
            <a:solidFill>
              <a:srgbClr val="F2C94C"/>
            </a:solidFill>
            <a:prstDash val="solid"/>
          </a:ln>
        </p:spPr>
      </p:sp>
      <p:sp>
        <p:nvSpPr>
          <p:cNvPr id="13" name="Shape 11"/>
          <p:cNvSpPr/>
          <p:nvPr/>
        </p:nvSpPr>
        <p:spPr>
          <a:xfrm>
            <a:off x="1123950" y="5928420"/>
            <a:ext cx="2724150" cy="0"/>
          </a:xfrm>
          <a:prstGeom prst="line">
            <a:avLst/>
          </a:prstGeom>
          <a:noFill/>
          <a:ln w="85725">
            <a:solidFill>
              <a:srgbClr val="2FD0A8"/>
            </a:solidFill>
            <a:prstDash val="solid"/>
          </a:ln>
        </p:spPr>
      </p:sp>
      <p:sp>
        <p:nvSpPr>
          <p:cNvPr id="14" name="Shape 12"/>
          <p:cNvSpPr/>
          <p:nvPr/>
        </p:nvSpPr>
        <p:spPr>
          <a:xfrm>
            <a:off x="3833812" y="5885557"/>
            <a:ext cx="0" cy="1666875"/>
          </a:xfrm>
          <a:prstGeom prst="line">
            <a:avLst/>
          </a:prstGeom>
          <a:noFill/>
          <a:ln w="28575">
            <a:solidFill>
              <a:srgbClr val="EFE7FF"/>
            </a:solidFill>
            <a:prstDash val="solid"/>
          </a:ln>
        </p:spPr>
      </p:sp>
      <p:sp>
        <p:nvSpPr>
          <p:cNvPr id="15" name="Shape 13"/>
          <p:cNvSpPr/>
          <p:nvPr/>
        </p:nvSpPr>
        <p:spPr>
          <a:xfrm>
            <a:off x="1123950" y="7538145"/>
            <a:ext cx="2724150" cy="0"/>
          </a:xfrm>
          <a:prstGeom prst="line">
            <a:avLst/>
          </a:prstGeom>
          <a:noFill/>
          <a:ln w="28575">
            <a:solidFill>
              <a:srgbClr val="EFE7FF"/>
            </a:solidFill>
            <a:prstDash val="solid"/>
          </a:ln>
        </p:spPr>
      </p:sp>
      <p:sp>
        <p:nvSpPr>
          <p:cNvPr id="16" name="Shape 14"/>
          <p:cNvSpPr/>
          <p:nvPr/>
        </p:nvSpPr>
        <p:spPr>
          <a:xfrm>
            <a:off x="1138238" y="5885557"/>
            <a:ext cx="0" cy="1666875"/>
          </a:xfrm>
          <a:prstGeom prst="line">
            <a:avLst/>
          </a:prstGeom>
          <a:noFill/>
          <a:ln w="28575">
            <a:solidFill>
              <a:srgbClr val="EFE7FF"/>
            </a:solidFill>
            <a:prstDash val="solid"/>
          </a:ln>
        </p:spPr>
      </p:sp>
      <p:sp>
        <p:nvSpPr>
          <p:cNvPr id="17" name="Shape 15"/>
          <p:cNvSpPr/>
          <p:nvPr/>
        </p:nvSpPr>
        <p:spPr>
          <a:xfrm>
            <a:off x="4038600" y="5928420"/>
            <a:ext cx="2724150" cy="0"/>
          </a:xfrm>
          <a:prstGeom prst="line">
            <a:avLst/>
          </a:prstGeom>
          <a:noFill/>
          <a:ln w="85725">
            <a:solidFill>
              <a:srgbClr val="2FD0A8"/>
            </a:solidFill>
            <a:prstDash val="solid"/>
          </a:ln>
        </p:spPr>
      </p:sp>
      <p:sp>
        <p:nvSpPr>
          <p:cNvPr id="18" name="Shape 16"/>
          <p:cNvSpPr/>
          <p:nvPr/>
        </p:nvSpPr>
        <p:spPr>
          <a:xfrm>
            <a:off x="6748463" y="5885557"/>
            <a:ext cx="0" cy="1666875"/>
          </a:xfrm>
          <a:prstGeom prst="line">
            <a:avLst/>
          </a:prstGeom>
          <a:noFill/>
          <a:ln w="28575">
            <a:solidFill>
              <a:srgbClr val="EFE7FF"/>
            </a:solidFill>
            <a:prstDash val="solid"/>
          </a:ln>
        </p:spPr>
      </p:sp>
      <p:sp>
        <p:nvSpPr>
          <p:cNvPr id="19" name="Shape 17"/>
          <p:cNvSpPr/>
          <p:nvPr/>
        </p:nvSpPr>
        <p:spPr>
          <a:xfrm>
            <a:off x="4038600" y="7538145"/>
            <a:ext cx="2724150" cy="0"/>
          </a:xfrm>
          <a:prstGeom prst="line">
            <a:avLst/>
          </a:prstGeom>
          <a:noFill/>
          <a:ln w="28575">
            <a:solidFill>
              <a:srgbClr val="EFE7FF"/>
            </a:solidFill>
            <a:prstDash val="solid"/>
          </a:ln>
        </p:spPr>
      </p:sp>
      <p:sp>
        <p:nvSpPr>
          <p:cNvPr id="20" name="Shape 18"/>
          <p:cNvSpPr/>
          <p:nvPr/>
        </p:nvSpPr>
        <p:spPr>
          <a:xfrm>
            <a:off x="4052888" y="5885557"/>
            <a:ext cx="0" cy="1666875"/>
          </a:xfrm>
          <a:prstGeom prst="line">
            <a:avLst/>
          </a:prstGeom>
          <a:noFill/>
          <a:ln w="28575">
            <a:solidFill>
              <a:srgbClr val="EFE7FF"/>
            </a:solidFill>
            <a:prstDash val="solid"/>
          </a:ln>
        </p:spPr>
      </p:sp>
      <p:sp>
        <p:nvSpPr>
          <p:cNvPr id="21" name="Shape 19"/>
          <p:cNvSpPr/>
          <p:nvPr/>
        </p:nvSpPr>
        <p:spPr>
          <a:xfrm>
            <a:off x="6953250" y="5928420"/>
            <a:ext cx="2724150" cy="0"/>
          </a:xfrm>
          <a:prstGeom prst="line">
            <a:avLst/>
          </a:prstGeom>
          <a:noFill/>
          <a:ln w="85725">
            <a:solidFill>
              <a:srgbClr val="2FD0A8"/>
            </a:solidFill>
            <a:prstDash val="solid"/>
          </a:ln>
        </p:spPr>
      </p:sp>
      <p:sp>
        <p:nvSpPr>
          <p:cNvPr id="22" name="Shape 20"/>
          <p:cNvSpPr/>
          <p:nvPr/>
        </p:nvSpPr>
        <p:spPr>
          <a:xfrm>
            <a:off x="9663113" y="5885557"/>
            <a:ext cx="0" cy="1666875"/>
          </a:xfrm>
          <a:prstGeom prst="line">
            <a:avLst/>
          </a:prstGeom>
          <a:noFill/>
          <a:ln w="28575">
            <a:solidFill>
              <a:srgbClr val="EFE7FF"/>
            </a:solidFill>
            <a:prstDash val="solid"/>
          </a:ln>
        </p:spPr>
      </p:sp>
      <p:sp>
        <p:nvSpPr>
          <p:cNvPr id="23" name="Shape 21"/>
          <p:cNvSpPr/>
          <p:nvPr/>
        </p:nvSpPr>
        <p:spPr>
          <a:xfrm>
            <a:off x="6953250" y="7538145"/>
            <a:ext cx="2724150" cy="0"/>
          </a:xfrm>
          <a:prstGeom prst="line">
            <a:avLst/>
          </a:prstGeom>
          <a:noFill/>
          <a:ln w="28575">
            <a:solidFill>
              <a:srgbClr val="EFE7FF"/>
            </a:solidFill>
            <a:prstDash val="solid"/>
          </a:ln>
        </p:spPr>
      </p:sp>
      <p:sp>
        <p:nvSpPr>
          <p:cNvPr id="24" name="Shape 22"/>
          <p:cNvSpPr/>
          <p:nvPr/>
        </p:nvSpPr>
        <p:spPr>
          <a:xfrm>
            <a:off x="6967538" y="5885557"/>
            <a:ext cx="0" cy="1666875"/>
          </a:xfrm>
          <a:prstGeom prst="line">
            <a:avLst/>
          </a:prstGeom>
          <a:noFill/>
          <a:ln w="28575">
            <a:solidFill>
              <a:srgbClr val="EFE7FF"/>
            </a:solidFill>
            <a:prstDash val="solid"/>
          </a:ln>
        </p:spPr>
      </p:sp>
      <p:sp>
        <p:nvSpPr>
          <p:cNvPr id="25" name="Shape 23"/>
          <p:cNvSpPr/>
          <p:nvPr/>
        </p:nvSpPr>
        <p:spPr>
          <a:xfrm>
            <a:off x="9867900" y="5928420"/>
            <a:ext cx="2724150" cy="0"/>
          </a:xfrm>
          <a:prstGeom prst="line">
            <a:avLst/>
          </a:prstGeom>
          <a:noFill/>
          <a:ln w="85725">
            <a:solidFill>
              <a:srgbClr val="2FD0A8"/>
            </a:solidFill>
            <a:prstDash val="solid"/>
          </a:ln>
        </p:spPr>
      </p:sp>
      <p:sp>
        <p:nvSpPr>
          <p:cNvPr id="26" name="Shape 24"/>
          <p:cNvSpPr/>
          <p:nvPr/>
        </p:nvSpPr>
        <p:spPr>
          <a:xfrm>
            <a:off x="12577762" y="5885557"/>
            <a:ext cx="0" cy="1666875"/>
          </a:xfrm>
          <a:prstGeom prst="line">
            <a:avLst/>
          </a:prstGeom>
          <a:noFill/>
          <a:ln w="28575">
            <a:solidFill>
              <a:srgbClr val="EFE7FF"/>
            </a:solidFill>
            <a:prstDash val="solid"/>
          </a:ln>
        </p:spPr>
      </p:sp>
      <p:sp>
        <p:nvSpPr>
          <p:cNvPr id="27" name="Shape 25"/>
          <p:cNvSpPr/>
          <p:nvPr/>
        </p:nvSpPr>
        <p:spPr>
          <a:xfrm>
            <a:off x="9867900" y="7538145"/>
            <a:ext cx="2724150" cy="0"/>
          </a:xfrm>
          <a:prstGeom prst="line">
            <a:avLst/>
          </a:prstGeom>
          <a:noFill/>
          <a:ln w="28575">
            <a:solidFill>
              <a:srgbClr val="EFE7FF"/>
            </a:solidFill>
            <a:prstDash val="solid"/>
          </a:ln>
        </p:spPr>
      </p:sp>
      <p:sp>
        <p:nvSpPr>
          <p:cNvPr id="28" name="Shape 26"/>
          <p:cNvSpPr/>
          <p:nvPr/>
        </p:nvSpPr>
        <p:spPr>
          <a:xfrm>
            <a:off x="9882188" y="5885557"/>
            <a:ext cx="0" cy="1666875"/>
          </a:xfrm>
          <a:prstGeom prst="line">
            <a:avLst/>
          </a:prstGeom>
          <a:noFill/>
          <a:ln w="28575">
            <a:solidFill>
              <a:srgbClr val="EFE7FF"/>
            </a:solidFill>
            <a:prstDash val="solid"/>
          </a:ln>
        </p:spPr>
      </p:sp>
      <p:sp>
        <p:nvSpPr>
          <p:cNvPr id="29" name="Text 27"/>
          <p:cNvSpPr/>
          <p:nvPr/>
        </p:nvSpPr>
        <p:spPr>
          <a:xfrm>
            <a:off x="1123950" y="1123950"/>
            <a:ext cx="3274003" cy="295275"/>
          </a:xfrm>
          <a:prstGeom prst="rect">
            <a:avLst/>
          </a:prstGeom>
          <a:noFill/>
          <a:ln/>
        </p:spPr>
        <p:txBody>
          <a:bodyPr wrap="square" lIns="171450" tIns="66675" rIns="171450" bIns="66675" rtlCol="0" anchor="t"/>
          <a:lstStyle/>
          <a:p>
            <a:pPr algn="l" indent="0" marL="0">
              <a:buNone/>
            </a:pPr>
            <a:r>
              <a:rPr lang="en-US" sz="1125" b="1" dirty="0">
                <a:solidFill>
                  <a:srgbClr val="B58400"/>
                </a:solidFill>
                <a:latin typeface="Fredoka" pitchFamily="34" charset="0"/>
                <a:ea typeface="Fredoka" pitchFamily="34" charset="-122"/>
                <a:cs typeface="Fredoka" pitchFamily="34" charset="-120"/>
              </a:rPr>
              <a:t>GRAMMAR 4 · PRESENT PERFECT</a:t>
            </a:r>
            <a:endParaRPr lang="en-US" sz="1125" dirty="0"/>
          </a:p>
        </p:txBody>
      </p:sp>
      <p:sp>
        <p:nvSpPr>
          <p:cNvPr id="30" name="Text 28"/>
          <p:cNvSpPr/>
          <p:nvPr/>
        </p:nvSpPr>
        <p:spPr>
          <a:xfrm>
            <a:off x="1123950" y="1533525"/>
            <a:ext cx="4702932" cy="515094"/>
          </a:xfrm>
          <a:prstGeom prst="rect">
            <a:avLst/>
          </a:prstGeom>
          <a:noFill/>
          <a:ln/>
        </p:spPr>
        <p:txBody>
          <a:bodyPr wrap="square" lIns="0" tIns="0" rIns="0" bIns="0" rtlCol="0" anchor="t"/>
          <a:lstStyle/>
          <a:p>
            <a:pPr algn="l" indent="0" marL="0">
              <a:lnSpc>
                <a:spcPts val="4056"/>
              </a:lnSpc>
              <a:spcBef>
                <a:spcPts val="900"/>
              </a:spcBef>
              <a:spcAft>
                <a:spcPts val="2613"/>
              </a:spcAft>
              <a:buNone/>
            </a:pPr>
            <a:r>
              <a:rPr lang="en-US" sz="3900" b="1" dirty="0">
                <a:solidFill>
                  <a:srgbClr val="2B2552"/>
                </a:solidFill>
                <a:latin typeface="Fredoka" pitchFamily="34" charset="0"/>
                <a:ea typeface="Fredoka" pitchFamily="34" charset="-122"/>
                <a:cs typeface="Fredoka" pitchFamily="34" charset="-120"/>
              </a:rPr>
              <a:t>Life Experience 🌍</a:t>
            </a:r>
            <a:endParaRPr lang="en-US" sz="3900" dirty="0"/>
          </a:p>
        </p:txBody>
      </p:sp>
      <p:sp>
        <p:nvSpPr>
          <p:cNvPr id="31" name="Text 29"/>
          <p:cNvSpPr/>
          <p:nvPr/>
        </p:nvSpPr>
        <p:spPr>
          <a:xfrm rot="21420000">
            <a:off x="11343977" y="1556891"/>
            <a:ext cx="1310164" cy="390525"/>
          </a:xfrm>
          <a:prstGeom prst="rect">
            <a:avLst/>
          </a:prstGeom>
          <a:noFill/>
          <a:ln/>
        </p:spPr>
        <p:txBody>
          <a:bodyPr wrap="square" lIns="190500" tIns="95250" rIns="190500" bIns="95250" rtlCol="0" anchor="t"/>
          <a:lstStyle/>
          <a:p>
            <a:pPr algn="l" indent="0" marL="0">
              <a:buNone/>
            </a:pPr>
            <a:r>
              <a:rPr lang="en-US" sz="1350" b="1" dirty="0">
                <a:solidFill>
                  <a:srgbClr val="2B2552"/>
                </a:solidFill>
                <a:latin typeface="Fredoka" pitchFamily="34" charset="0"/>
                <a:ea typeface="Fredoka" pitchFamily="34" charset="-122"/>
                <a:cs typeface="Fredoka" pitchFamily="34" charset="-120"/>
              </a:rPr>
              <a:t>Have / Has</a:t>
            </a:r>
            <a:endParaRPr lang="en-US" sz="1350" dirty="0"/>
          </a:p>
        </p:txBody>
      </p:sp>
      <p:sp>
        <p:nvSpPr>
          <p:cNvPr id="32" name="Text 30"/>
          <p:cNvSpPr/>
          <p:nvPr/>
        </p:nvSpPr>
        <p:spPr>
          <a:xfrm>
            <a:off x="1123950" y="2494657"/>
            <a:ext cx="12041505"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5B5478"/>
                </a:solidFill>
                <a:latin typeface="Nunito" pitchFamily="34" charset="0"/>
                <a:ea typeface="Nunito" pitchFamily="34" charset="-122"/>
                <a:cs typeface="Nunito" pitchFamily="34" charset="-120"/>
              </a:rPr>
              <a:t>Use Present Perfect for experiences and recent actions when the exact time isn’t important.</a:t>
            </a:r>
            <a:endParaRPr lang="en-US" sz="1500" dirty="0"/>
          </a:p>
        </p:txBody>
      </p:sp>
      <p:sp>
        <p:nvSpPr>
          <p:cNvPr id="33" name="Text 31"/>
          <p:cNvSpPr/>
          <p:nvPr/>
        </p:nvSpPr>
        <p:spPr>
          <a:xfrm>
            <a:off x="1117282" y="3570982"/>
            <a:ext cx="11481435" cy="323850"/>
          </a:xfrm>
          <a:prstGeom prst="rect">
            <a:avLst/>
          </a:prstGeom>
          <a:noFill/>
          <a:ln/>
        </p:spPr>
        <p:txBody>
          <a:bodyPr wrap="square" lIns="0" tIns="0" rIns="0" bIns="0" rtlCol="0" anchor="t"/>
          <a:lstStyle/>
          <a:p>
            <a:pPr algn="ctr" indent="0" marL="0">
              <a:spcBef>
                <a:spcPts val="2250"/>
              </a:spcBef>
              <a:spcAft>
                <a:spcPts val="2250"/>
              </a:spcAft>
              <a:buNone/>
            </a:pPr>
            <a:r>
              <a:rPr lang="en-US" sz="2250" b="1" dirty="0">
                <a:solidFill>
                  <a:srgbClr val="B58400"/>
                </a:solidFill>
                <a:latin typeface="Fredoka" pitchFamily="34" charset="0"/>
                <a:ea typeface="Fredoka" pitchFamily="34" charset="-122"/>
                <a:cs typeface="Fredoka" pitchFamily="34" charset="-120"/>
              </a:rPr>
              <a:t>have / has + past participle</a:t>
            </a:r>
            <a:endParaRPr lang="en-US" sz="2250" dirty="0"/>
          </a:p>
        </p:txBody>
      </p:sp>
      <p:sp>
        <p:nvSpPr>
          <p:cNvPr id="34" name="Text 32"/>
          <p:cNvSpPr/>
          <p:nvPr/>
        </p:nvSpPr>
        <p:spPr>
          <a:xfrm>
            <a:off x="1462088" y="4513957"/>
            <a:ext cx="3400425" cy="209550"/>
          </a:xfrm>
          <a:prstGeom prst="rect">
            <a:avLst/>
          </a:prstGeom>
          <a:noFill/>
          <a:ln/>
        </p:spPr>
        <p:txBody>
          <a:bodyPr wrap="square" lIns="0" tIns="0" rIns="0" bIns="0" rtlCol="0" anchor="t"/>
          <a:lstStyle/>
          <a:p>
            <a:pPr algn="ctr"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I</a:t>
            </a:r>
            <a:endParaRPr lang="en-US" sz="1425" dirty="0"/>
          </a:p>
        </p:txBody>
      </p:sp>
      <p:sp>
        <p:nvSpPr>
          <p:cNvPr id="35" name="Text 33"/>
          <p:cNvSpPr/>
          <p:nvPr/>
        </p:nvSpPr>
        <p:spPr>
          <a:xfrm>
            <a:off x="5157788" y="4513957"/>
            <a:ext cx="3400425" cy="209550"/>
          </a:xfrm>
          <a:prstGeom prst="rect">
            <a:avLst/>
          </a:prstGeom>
          <a:noFill/>
          <a:ln/>
        </p:spPr>
        <p:txBody>
          <a:bodyPr wrap="square" lIns="0" tIns="0" rIns="0" bIns="0" rtlCol="0" anchor="t"/>
          <a:lstStyle/>
          <a:p>
            <a:pPr algn="ctr"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She</a:t>
            </a:r>
            <a:endParaRPr lang="en-US" sz="1425" dirty="0"/>
          </a:p>
        </p:txBody>
      </p:sp>
      <p:sp>
        <p:nvSpPr>
          <p:cNvPr id="36" name="Text 34"/>
          <p:cNvSpPr/>
          <p:nvPr/>
        </p:nvSpPr>
        <p:spPr>
          <a:xfrm>
            <a:off x="8853488" y="4513957"/>
            <a:ext cx="3400425" cy="209550"/>
          </a:xfrm>
          <a:prstGeom prst="rect">
            <a:avLst/>
          </a:prstGeom>
          <a:noFill/>
          <a:ln/>
        </p:spPr>
        <p:txBody>
          <a:bodyPr wrap="square" lIns="0" tIns="0" rIns="0" bIns="0" rtlCol="0" anchor="t"/>
          <a:lstStyle/>
          <a:p>
            <a:pPr algn="ctr"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They</a:t>
            </a:r>
            <a:endParaRPr lang="en-US" sz="1425" dirty="0"/>
          </a:p>
        </p:txBody>
      </p:sp>
      <p:sp>
        <p:nvSpPr>
          <p:cNvPr id="37" name="Text 35"/>
          <p:cNvSpPr/>
          <p:nvPr/>
        </p:nvSpPr>
        <p:spPr>
          <a:xfrm>
            <a:off x="1419225" y="6447532"/>
            <a:ext cx="2240280" cy="247650"/>
          </a:xfrm>
          <a:prstGeom prst="rect">
            <a:avLst/>
          </a:prstGeom>
          <a:noFill/>
          <a:ln/>
        </p:spPr>
        <p:txBody>
          <a:bodyPr wrap="square" lIns="0" tIns="0" rIns="0" bIns="0" rtlCol="0" anchor="t"/>
          <a:lstStyle/>
          <a:p>
            <a:pPr algn="l" indent="0" marL="0">
              <a:spcBef>
                <a:spcPts val="1650"/>
              </a:spcBef>
              <a:spcAft>
                <a:spcPts val="1650"/>
              </a:spcAft>
              <a:buNone/>
            </a:pPr>
            <a:r>
              <a:rPr lang="en-US" sz="1650" b="1" dirty="0">
                <a:solidFill>
                  <a:srgbClr val="0E8C6E"/>
                </a:solidFill>
                <a:latin typeface="Fredoka" pitchFamily="34" charset="0"/>
                <a:ea typeface="Fredoka" pitchFamily="34" charset="-122"/>
                <a:cs typeface="Fredoka" pitchFamily="34" charset="-120"/>
              </a:rPr>
              <a:t>ever</a:t>
            </a:r>
            <a:endParaRPr lang="en-US" sz="1650" dirty="0"/>
          </a:p>
        </p:txBody>
      </p:sp>
      <p:sp>
        <p:nvSpPr>
          <p:cNvPr id="38" name="Text 36"/>
          <p:cNvSpPr/>
          <p:nvPr/>
        </p:nvSpPr>
        <p:spPr>
          <a:xfrm>
            <a:off x="1419225" y="6904732"/>
            <a:ext cx="2240280" cy="190500"/>
          </a:xfrm>
          <a:prstGeom prst="rect">
            <a:avLst/>
          </a:prstGeom>
          <a:noFill/>
          <a:ln/>
        </p:spPr>
        <p:txBody>
          <a:bodyPr wrap="square" lIns="0" tIns="0" rIns="0" bIns="0" rtlCol="0" anchor="t"/>
          <a:lstStyle/>
          <a:p>
            <a:pPr algn="l" indent="0" marL="0">
              <a:spcBef>
                <a:spcPts val="600"/>
              </a:spcBef>
              <a:spcAft>
                <a:spcPts val="1275"/>
              </a:spcAft>
              <a:buNone/>
            </a:pPr>
            <a:r>
              <a:rPr lang="en-US" sz="1275" dirty="0">
                <a:solidFill>
                  <a:srgbClr val="5B5478"/>
                </a:solidFill>
                <a:latin typeface="Nunito" pitchFamily="34" charset="0"/>
                <a:ea typeface="Nunito" pitchFamily="34" charset="-122"/>
                <a:cs typeface="Nunito" pitchFamily="34" charset="-120"/>
              </a:rPr>
              <a:t>Have you ever skied?</a:t>
            </a:r>
            <a:endParaRPr lang="en-US" sz="1275" dirty="0"/>
          </a:p>
        </p:txBody>
      </p:sp>
      <p:sp>
        <p:nvSpPr>
          <p:cNvPr id="39" name="Text 37"/>
          <p:cNvSpPr/>
          <p:nvPr/>
        </p:nvSpPr>
        <p:spPr>
          <a:xfrm>
            <a:off x="4333875" y="6447532"/>
            <a:ext cx="2240280" cy="247650"/>
          </a:xfrm>
          <a:prstGeom prst="rect">
            <a:avLst/>
          </a:prstGeom>
          <a:noFill/>
          <a:ln/>
        </p:spPr>
        <p:txBody>
          <a:bodyPr wrap="square" lIns="0" tIns="0" rIns="0" bIns="0" rtlCol="0" anchor="t"/>
          <a:lstStyle/>
          <a:p>
            <a:pPr algn="l" indent="0" marL="0">
              <a:spcBef>
                <a:spcPts val="1650"/>
              </a:spcBef>
              <a:spcAft>
                <a:spcPts val="1650"/>
              </a:spcAft>
              <a:buNone/>
            </a:pPr>
            <a:r>
              <a:rPr lang="en-US" sz="1650" b="1" dirty="0">
                <a:solidFill>
                  <a:srgbClr val="0E8C6E"/>
                </a:solidFill>
                <a:latin typeface="Fredoka" pitchFamily="34" charset="0"/>
                <a:ea typeface="Fredoka" pitchFamily="34" charset="-122"/>
                <a:cs typeface="Fredoka" pitchFamily="34" charset="-120"/>
              </a:rPr>
              <a:t>never</a:t>
            </a:r>
            <a:endParaRPr lang="en-US" sz="1650" dirty="0"/>
          </a:p>
        </p:txBody>
      </p:sp>
      <p:sp>
        <p:nvSpPr>
          <p:cNvPr id="40" name="Text 38"/>
          <p:cNvSpPr/>
          <p:nvPr/>
        </p:nvSpPr>
        <p:spPr>
          <a:xfrm>
            <a:off x="4333875" y="6904732"/>
            <a:ext cx="2240280" cy="190500"/>
          </a:xfrm>
          <a:prstGeom prst="rect">
            <a:avLst/>
          </a:prstGeom>
          <a:noFill/>
          <a:ln/>
        </p:spPr>
        <p:txBody>
          <a:bodyPr wrap="square" lIns="0" tIns="0" rIns="0" bIns="0" rtlCol="0" anchor="t"/>
          <a:lstStyle/>
          <a:p>
            <a:pPr algn="l" indent="0" marL="0">
              <a:spcBef>
                <a:spcPts val="600"/>
              </a:spcBef>
              <a:spcAft>
                <a:spcPts val="1275"/>
              </a:spcAft>
              <a:buNone/>
            </a:pPr>
            <a:r>
              <a:rPr lang="en-US" sz="1275" dirty="0">
                <a:solidFill>
                  <a:srgbClr val="5B5478"/>
                </a:solidFill>
                <a:latin typeface="Nunito" pitchFamily="34" charset="0"/>
                <a:ea typeface="Nunito" pitchFamily="34" charset="-122"/>
                <a:cs typeface="Nunito" pitchFamily="34" charset="-120"/>
              </a:rPr>
              <a:t>I have never skied.</a:t>
            </a:r>
            <a:endParaRPr lang="en-US" sz="1275" dirty="0"/>
          </a:p>
        </p:txBody>
      </p:sp>
      <p:sp>
        <p:nvSpPr>
          <p:cNvPr id="41" name="Text 39"/>
          <p:cNvSpPr/>
          <p:nvPr/>
        </p:nvSpPr>
        <p:spPr>
          <a:xfrm>
            <a:off x="7248525" y="6447532"/>
            <a:ext cx="2240280" cy="247650"/>
          </a:xfrm>
          <a:prstGeom prst="rect">
            <a:avLst/>
          </a:prstGeom>
          <a:noFill/>
          <a:ln/>
        </p:spPr>
        <p:txBody>
          <a:bodyPr wrap="square" lIns="0" tIns="0" rIns="0" bIns="0" rtlCol="0" anchor="t"/>
          <a:lstStyle/>
          <a:p>
            <a:pPr algn="l" indent="0" marL="0">
              <a:spcBef>
                <a:spcPts val="1650"/>
              </a:spcBef>
              <a:spcAft>
                <a:spcPts val="1650"/>
              </a:spcAft>
              <a:buNone/>
            </a:pPr>
            <a:r>
              <a:rPr lang="en-US" sz="1650" b="1" dirty="0">
                <a:solidFill>
                  <a:srgbClr val="0E8C6E"/>
                </a:solidFill>
                <a:latin typeface="Fredoka" pitchFamily="34" charset="0"/>
                <a:ea typeface="Fredoka" pitchFamily="34" charset="-122"/>
                <a:cs typeface="Fredoka" pitchFamily="34" charset="-120"/>
              </a:rPr>
              <a:t>just / already</a:t>
            </a:r>
            <a:endParaRPr lang="en-US" sz="1650" dirty="0"/>
          </a:p>
        </p:txBody>
      </p:sp>
      <p:sp>
        <p:nvSpPr>
          <p:cNvPr id="42" name="Text 40"/>
          <p:cNvSpPr/>
          <p:nvPr/>
        </p:nvSpPr>
        <p:spPr>
          <a:xfrm>
            <a:off x="7248525" y="6904732"/>
            <a:ext cx="2240280" cy="190500"/>
          </a:xfrm>
          <a:prstGeom prst="rect">
            <a:avLst/>
          </a:prstGeom>
          <a:noFill/>
          <a:ln/>
        </p:spPr>
        <p:txBody>
          <a:bodyPr wrap="square" lIns="0" tIns="0" rIns="0" bIns="0" rtlCol="0" anchor="t"/>
          <a:lstStyle/>
          <a:p>
            <a:pPr algn="l" indent="0" marL="0">
              <a:spcBef>
                <a:spcPts val="600"/>
              </a:spcBef>
              <a:spcAft>
                <a:spcPts val="1275"/>
              </a:spcAft>
              <a:buNone/>
            </a:pPr>
            <a:r>
              <a:rPr lang="en-US" sz="1275" dirty="0">
                <a:solidFill>
                  <a:srgbClr val="5B5478"/>
                </a:solidFill>
                <a:latin typeface="Nunito" pitchFamily="34" charset="0"/>
                <a:ea typeface="Nunito" pitchFamily="34" charset="-122"/>
                <a:cs typeface="Nunito" pitchFamily="34" charset="-120"/>
              </a:rPr>
              <a:t>I have just arrived.</a:t>
            </a:r>
            <a:endParaRPr lang="en-US" sz="1275" dirty="0"/>
          </a:p>
        </p:txBody>
      </p:sp>
      <p:sp>
        <p:nvSpPr>
          <p:cNvPr id="43" name="Text 41"/>
          <p:cNvSpPr/>
          <p:nvPr/>
        </p:nvSpPr>
        <p:spPr>
          <a:xfrm>
            <a:off x="10163175" y="6447532"/>
            <a:ext cx="2240280" cy="247650"/>
          </a:xfrm>
          <a:prstGeom prst="rect">
            <a:avLst/>
          </a:prstGeom>
          <a:noFill/>
          <a:ln/>
        </p:spPr>
        <p:txBody>
          <a:bodyPr wrap="square" lIns="0" tIns="0" rIns="0" bIns="0" rtlCol="0" anchor="t"/>
          <a:lstStyle/>
          <a:p>
            <a:pPr algn="l" indent="0" marL="0">
              <a:spcBef>
                <a:spcPts val="1650"/>
              </a:spcBef>
              <a:spcAft>
                <a:spcPts val="1650"/>
              </a:spcAft>
              <a:buNone/>
            </a:pPr>
            <a:r>
              <a:rPr lang="en-US" sz="1650" b="1" dirty="0">
                <a:solidFill>
                  <a:srgbClr val="0E8C6E"/>
                </a:solidFill>
                <a:latin typeface="Fredoka" pitchFamily="34" charset="0"/>
                <a:ea typeface="Fredoka" pitchFamily="34" charset="-122"/>
                <a:cs typeface="Fredoka" pitchFamily="34" charset="-120"/>
              </a:rPr>
              <a:t>yet</a:t>
            </a:r>
            <a:endParaRPr lang="en-US" sz="1650" dirty="0"/>
          </a:p>
        </p:txBody>
      </p:sp>
      <p:sp>
        <p:nvSpPr>
          <p:cNvPr id="44" name="Text 42"/>
          <p:cNvSpPr/>
          <p:nvPr/>
        </p:nvSpPr>
        <p:spPr>
          <a:xfrm>
            <a:off x="10163175" y="6904732"/>
            <a:ext cx="2240280" cy="190500"/>
          </a:xfrm>
          <a:prstGeom prst="rect">
            <a:avLst/>
          </a:prstGeom>
          <a:noFill/>
          <a:ln/>
        </p:spPr>
        <p:txBody>
          <a:bodyPr wrap="square" lIns="0" tIns="0" rIns="0" bIns="0" rtlCol="0" anchor="t"/>
          <a:lstStyle/>
          <a:p>
            <a:pPr algn="l" indent="0" marL="0">
              <a:spcBef>
                <a:spcPts val="600"/>
              </a:spcBef>
              <a:spcAft>
                <a:spcPts val="1275"/>
              </a:spcAft>
              <a:buNone/>
            </a:pPr>
            <a:r>
              <a:rPr lang="en-US" sz="1275" dirty="0">
                <a:solidFill>
                  <a:srgbClr val="5B5478"/>
                </a:solidFill>
                <a:latin typeface="Nunito" pitchFamily="34" charset="0"/>
                <a:ea typeface="Nunito" pitchFamily="34" charset="-122"/>
                <a:cs typeface="Nunito" pitchFamily="34" charset="-120"/>
              </a:rPr>
              <a:t>I haven’t finished yet.</a:t>
            </a:r>
            <a:endParaRPr lang="en-US" sz="1275" dirty="0"/>
          </a:p>
        </p:txBody>
      </p:sp>
      <p:sp>
        <p:nvSpPr>
          <p:cNvPr id="45" name="Text 43"/>
          <p:cNvSpPr/>
          <p:nvPr/>
        </p:nvSpPr>
        <p:spPr>
          <a:xfrm>
            <a:off x="1348734" y="8164720"/>
            <a:ext cx="1039465" cy="160090"/>
          </a:xfrm>
          <a:prstGeom prst="rect">
            <a:avLst/>
          </a:prstGeom>
          <a:noFill/>
          <a:ln/>
        </p:spPr>
        <p:txBody>
          <a:bodyPr wrap="square" lIns="0" tIns="0" rIns="0" bIns="0" rtlCol="0" anchor="t"/>
          <a:lstStyle/>
          <a:p>
            <a:pPr algn="l" indent="0" marL="0">
              <a:buNone/>
            </a:pPr>
            <a:r>
              <a:rPr lang="en-US" sz="975" b="1" dirty="0">
                <a:solidFill>
                  <a:srgbClr val="B58400"/>
                </a:solidFill>
                <a:latin typeface="Fredoka" pitchFamily="34" charset="0"/>
                <a:ea typeface="Fredoka" pitchFamily="34" charset="-122"/>
                <a:cs typeface="Fredoka" pitchFamily="34" charset="-120"/>
              </a:rPr>
              <a:t>🔍 CONTRAST</a:t>
            </a:r>
            <a:endParaRPr lang="en-US" sz="975" dirty="0"/>
          </a:p>
        </p:txBody>
      </p:sp>
      <p:sp>
        <p:nvSpPr>
          <p:cNvPr id="46" name="Text 44"/>
          <p:cNvSpPr/>
          <p:nvPr/>
        </p:nvSpPr>
        <p:spPr>
          <a:xfrm>
            <a:off x="1352225" y="8189784"/>
            <a:ext cx="11563350" cy="392162"/>
          </a:xfrm>
          <a:prstGeom prst="rect">
            <a:avLst/>
          </a:prstGeom>
          <a:noFill/>
          <a:ln/>
        </p:spPr>
        <p:txBody>
          <a:bodyPr wrap="square" lIns="0" tIns="0" rIns="0" bIns="0" rtlCol="0" anchor="t"/>
          <a:lstStyle/>
          <a:p>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“I </a:t>
            </a:r>
            <a:pPr algn="l" indent="0" marL="0">
              <a:spcBef>
                <a:spcPts val="300"/>
              </a:spcBef>
              <a:spcAft>
                <a:spcPts val="1350"/>
              </a:spcAft>
              <a:buNone/>
            </a:pPr>
            <a:r>
              <a:rPr lang="en-US" sz="1350" b="1" dirty="0">
                <a:solidFill>
                  <a:srgbClr val="2B2552"/>
                </a:solidFill>
                <a:latin typeface="Nunito" pitchFamily="34" charset="0"/>
                <a:ea typeface="Nunito" pitchFamily="34" charset="-122"/>
                <a:cs typeface="Nunito" pitchFamily="34" charset="-120"/>
              </a:rPr>
              <a:t>went</a:t>
            </a:r>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 skiing last winter.” = finished time. “I </a:t>
            </a:r>
            <a:pPr algn="l" indent="0" marL="0">
              <a:spcBef>
                <a:spcPts val="300"/>
              </a:spcBef>
              <a:spcAft>
                <a:spcPts val="1350"/>
              </a:spcAft>
              <a:buNone/>
            </a:pPr>
            <a:r>
              <a:rPr lang="en-US" sz="1350" b="1" dirty="0">
                <a:solidFill>
                  <a:srgbClr val="2B2552"/>
                </a:solidFill>
                <a:latin typeface="Nunito" pitchFamily="34" charset="0"/>
                <a:ea typeface="Nunito" pitchFamily="34" charset="-122"/>
                <a:cs typeface="Nunito" pitchFamily="34" charset="-120"/>
              </a:rPr>
              <a:t>have been</a:t>
            </a:r>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 skiing.” = experience, no finished time.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23950" y="2723257"/>
            <a:ext cx="5581650" cy="2261890"/>
          </a:xfrm>
          <a:prstGeom prst="roundRect">
            <a:avLst>
              <a:gd name="adj" fmla="val 10949"/>
            </a:avLst>
          </a:prstGeom>
          <a:solidFill>
            <a:srgbClr val="FFFFFF"/>
          </a:solidFill>
          <a:ln/>
          <a:effectLst>
            <a:outerShdw sx="100000" sy="100000" kx="0" ky="0" algn="bl" rotWithShape="0" blurRad="285750" dist="133350" dir="5400000">
              <a:srgbClr val="7C5CFC">
                <a:alpha val="18000"/>
              </a:srgbClr>
            </a:outerShdw>
          </a:effectLst>
        </p:spPr>
      </p:sp>
      <p:sp>
        <p:nvSpPr>
          <p:cNvPr id="4" name="Shape 2"/>
          <p:cNvSpPr/>
          <p:nvPr/>
        </p:nvSpPr>
        <p:spPr>
          <a:xfrm>
            <a:off x="7010400" y="2723257"/>
            <a:ext cx="5581650" cy="2261890"/>
          </a:xfrm>
          <a:prstGeom prst="roundRect">
            <a:avLst>
              <a:gd name="adj" fmla="val 10949"/>
            </a:avLst>
          </a:prstGeom>
          <a:solidFill>
            <a:srgbClr val="FFFFFF"/>
          </a:solidFill>
          <a:ln/>
          <a:effectLst>
            <a:outerShdw sx="100000" sy="100000" kx="0" ky="0" algn="bl" rotWithShape="0" blurRad="285750" dist="133350" dir="5400000">
              <a:srgbClr val="FF6F91">
                <a:alpha val="18000"/>
              </a:srgbClr>
            </a:outerShdw>
          </a:effectLst>
        </p:spPr>
      </p:sp>
      <p:sp>
        <p:nvSpPr>
          <p:cNvPr id="5" name="Shape 3"/>
          <p:cNvSpPr/>
          <p:nvPr/>
        </p:nvSpPr>
        <p:spPr>
          <a:xfrm>
            <a:off x="1123950" y="5289947"/>
            <a:ext cx="3695700" cy="2238375"/>
          </a:xfrm>
          <a:prstGeom prst="roundRect">
            <a:avLst>
              <a:gd name="adj" fmla="val 10213"/>
            </a:avLst>
          </a:prstGeom>
          <a:solidFill>
            <a:srgbClr val="FFFFFF"/>
          </a:solidFill>
          <a:ln/>
          <a:effectLst>
            <a:outerShdw sx="100000" sy="100000" kx="0" ky="0" algn="bl" rotWithShape="0" blurRad="101600" dist="50800" dir="16200000">
              <a:srgbClr val="FFFFFF">
                <a:alpha val="75000"/>
              </a:srgbClr>
            </a:outerShdw>
          </a:effectLst>
        </p:spPr>
      </p:sp>
      <p:sp>
        <p:nvSpPr>
          <p:cNvPr id="6" name="Shape 4"/>
          <p:cNvSpPr/>
          <p:nvPr/>
        </p:nvSpPr>
        <p:spPr>
          <a:xfrm>
            <a:off x="5010150" y="5289947"/>
            <a:ext cx="3695700" cy="2238375"/>
          </a:xfrm>
          <a:prstGeom prst="roundRect">
            <a:avLst>
              <a:gd name="adj" fmla="val 10213"/>
            </a:avLst>
          </a:prstGeom>
          <a:solidFill>
            <a:srgbClr val="FFFFFF"/>
          </a:solidFill>
          <a:ln/>
          <a:effectLst>
            <a:outerShdw sx="100000" sy="100000" kx="0" ky="0" algn="bl" rotWithShape="0" blurRad="101600" dist="50800" dir="16200000">
              <a:srgbClr val="FFFFFF">
                <a:alpha val="75000"/>
              </a:srgbClr>
            </a:outerShdw>
          </a:effectLst>
        </p:spPr>
      </p:sp>
      <p:sp>
        <p:nvSpPr>
          <p:cNvPr id="7" name="Shape 5"/>
          <p:cNvSpPr/>
          <p:nvPr/>
        </p:nvSpPr>
        <p:spPr>
          <a:xfrm>
            <a:off x="8896350" y="5289947"/>
            <a:ext cx="3695700" cy="2238375"/>
          </a:xfrm>
          <a:prstGeom prst="roundRect">
            <a:avLst>
              <a:gd name="adj" fmla="val 10213"/>
            </a:avLst>
          </a:prstGeom>
          <a:solidFill>
            <a:srgbClr val="FFFFFF"/>
          </a:solidFill>
          <a:ln/>
          <a:effectLst>
            <a:outerShdw sx="100000" sy="100000" kx="0" ky="0" algn="bl" rotWithShape="0" blurRad="101600" dist="50800" dir="16200000">
              <a:srgbClr val="FFFFFF">
                <a:alpha val="75000"/>
              </a:srgbClr>
            </a:outerShdw>
          </a:effectLst>
        </p:spPr>
      </p:sp>
      <p:sp>
        <p:nvSpPr>
          <p:cNvPr id="8" name="Shape 6"/>
          <p:cNvSpPr/>
          <p:nvPr/>
        </p:nvSpPr>
        <p:spPr>
          <a:xfrm>
            <a:off x="1123950" y="7833122"/>
            <a:ext cx="11468100" cy="1114425"/>
          </a:xfrm>
          <a:prstGeom prst="roundRect">
            <a:avLst>
              <a:gd name="adj" fmla="val 15385"/>
            </a:avLst>
          </a:prstGeom>
          <a:solidFill>
            <a:srgbClr val="E8FBF4"/>
          </a:solidFill>
          <a:ln/>
        </p:spPr>
      </p:sp>
      <p:sp>
        <p:nvSpPr>
          <p:cNvPr id="9" name="Shape 7"/>
          <p:cNvSpPr/>
          <p:nvPr/>
        </p:nvSpPr>
        <p:spPr>
          <a:xfrm>
            <a:off x="1123950" y="2766120"/>
            <a:ext cx="5581650" cy="0"/>
          </a:xfrm>
          <a:prstGeom prst="line">
            <a:avLst/>
          </a:prstGeom>
          <a:noFill/>
          <a:ln w="85725">
            <a:solidFill>
              <a:srgbClr val="7C5CFC"/>
            </a:solidFill>
            <a:prstDash val="solid"/>
          </a:ln>
        </p:spPr>
      </p:sp>
      <p:sp>
        <p:nvSpPr>
          <p:cNvPr id="10" name="Shape 8"/>
          <p:cNvSpPr/>
          <p:nvPr/>
        </p:nvSpPr>
        <p:spPr>
          <a:xfrm>
            <a:off x="6691313" y="2723257"/>
            <a:ext cx="0" cy="2261890"/>
          </a:xfrm>
          <a:prstGeom prst="line">
            <a:avLst/>
          </a:prstGeom>
          <a:noFill/>
          <a:ln w="28575">
            <a:solidFill>
              <a:srgbClr val="EFE7FF"/>
            </a:solidFill>
            <a:prstDash val="solid"/>
          </a:ln>
        </p:spPr>
      </p:sp>
      <p:sp>
        <p:nvSpPr>
          <p:cNvPr id="11" name="Shape 9"/>
          <p:cNvSpPr/>
          <p:nvPr/>
        </p:nvSpPr>
        <p:spPr>
          <a:xfrm>
            <a:off x="1123950" y="4970859"/>
            <a:ext cx="5581650" cy="0"/>
          </a:xfrm>
          <a:prstGeom prst="line">
            <a:avLst/>
          </a:prstGeom>
          <a:noFill/>
          <a:ln w="28575">
            <a:solidFill>
              <a:srgbClr val="EFE7FF"/>
            </a:solidFill>
            <a:prstDash val="solid"/>
          </a:ln>
        </p:spPr>
      </p:sp>
      <p:sp>
        <p:nvSpPr>
          <p:cNvPr id="12" name="Shape 10"/>
          <p:cNvSpPr/>
          <p:nvPr/>
        </p:nvSpPr>
        <p:spPr>
          <a:xfrm>
            <a:off x="1138238" y="2723257"/>
            <a:ext cx="0" cy="2261890"/>
          </a:xfrm>
          <a:prstGeom prst="line">
            <a:avLst/>
          </a:prstGeom>
          <a:noFill/>
          <a:ln w="28575">
            <a:solidFill>
              <a:srgbClr val="EFE7FF"/>
            </a:solidFill>
            <a:prstDash val="solid"/>
          </a:ln>
        </p:spPr>
      </p:sp>
      <p:sp>
        <p:nvSpPr>
          <p:cNvPr id="13" name="Shape 11"/>
          <p:cNvSpPr/>
          <p:nvPr/>
        </p:nvSpPr>
        <p:spPr>
          <a:xfrm>
            <a:off x="7010400" y="2766120"/>
            <a:ext cx="5581650" cy="0"/>
          </a:xfrm>
          <a:prstGeom prst="line">
            <a:avLst/>
          </a:prstGeom>
          <a:noFill/>
          <a:ln w="85725">
            <a:solidFill>
              <a:srgbClr val="FF6F91"/>
            </a:solidFill>
            <a:prstDash val="solid"/>
          </a:ln>
        </p:spPr>
      </p:sp>
      <p:sp>
        <p:nvSpPr>
          <p:cNvPr id="14" name="Shape 12"/>
          <p:cNvSpPr/>
          <p:nvPr/>
        </p:nvSpPr>
        <p:spPr>
          <a:xfrm>
            <a:off x="12577763" y="2723257"/>
            <a:ext cx="0" cy="2261890"/>
          </a:xfrm>
          <a:prstGeom prst="line">
            <a:avLst/>
          </a:prstGeom>
          <a:noFill/>
          <a:ln w="28575">
            <a:solidFill>
              <a:srgbClr val="EFE7FF"/>
            </a:solidFill>
            <a:prstDash val="solid"/>
          </a:ln>
        </p:spPr>
      </p:sp>
      <p:sp>
        <p:nvSpPr>
          <p:cNvPr id="15" name="Shape 13"/>
          <p:cNvSpPr/>
          <p:nvPr/>
        </p:nvSpPr>
        <p:spPr>
          <a:xfrm>
            <a:off x="7010400" y="4970859"/>
            <a:ext cx="5581650" cy="0"/>
          </a:xfrm>
          <a:prstGeom prst="line">
            <a:avLst/>
          </a:prstGeom>
          <a:noFill/>
          <a:ln w="28575">
            <a:solidFill>
              <a:srgbClr val="EFE7FF"/>
            </a:solidFill>
            <a:prstDash val="solid"/>
          </a:ln>
        </p:spPr>
      </p:sp>
      <p:sp>
        <p:nvSpPr>
          <p:cNvPr id="16" name="Shape 14"/>
          <p:cNvSpPr/>
          <p:nvPr/>
        </p:nvSpPr>
        <p:spPr>
          <a:xfrm>
            <a:off x="7024688" y="2723257"/>
            <a:ext cx="0" cy="2261890"/>
          </a:xfrm>
          <a:prstGeom prst="line">
            <a:avLst/>
          </a:prstGeom>
          <a:noFill/>
          <a:ln w="28575">
            <a:solidFill>
              <a:srgbClr val="EFE7FF"/>
            </a:solidFill>
            <a:prstDash val="solid"/>
          </a:ln>
        </p:spPr>
      </p:sp>
      <p:sp>
        <p:nvSpPr>
          <p:cNvPr id="17" name="Shape 15"/>
          <p:cNvSpPr/>
          <p:nvPr/>
        </p:nvSpPr>
        <p:spPr>
          <a:xfrm>
            <a:off x="1166813" y="7833122"/>
            <a:ext cx="0" cy="1114425"/>
          </a:xfrm>
          <a:prstGeom prst="line">
            <a:avLst/>
          </a:prstGeom>
          <a:noFill/>
          <a:ln w="85725">
            <a:solidFill>
              <a:srgbClr val="2FD0A8"/>
            </a:solidFill>
            <a:prstDash val="solid"/>
          </a:ln>
        </p:spPr>
      </p:sp>
      <p:sp>
        <p:nvSpPr>
          <p:cNvPr id="18" name="Text 16"/>
          <p:cNvSpPr/>
          <p:nvPr/>
        </p:nvSpPr>
        <p:spPr>
          <a:xfrm>
            <a:off x="1123950" y="1123950"/>
            <a:ext cx="3302757" cy="295275"/>
          </a:xfrm>
          <a:prstGeom prst="rect">
            <a:avLst/>
          </a:prstGeom>
          <a:noFill/>
          <a:ln/>
        </p:spPr>
        <p:txBody>
          <a:bodyPr wrap="square" lIns="171450" tIns="66675" rIns="171450" bIns="66675" rtlCol="0" anchor="t"/>
          <a:lstStyle/>
          <a:p>
            <a:pPr algn="l" indent="0" marL="0">
              <a:buNone/>
            </a:pPr>
            <a:r>
              <a:rPr lang="en-US" sz="1125" b="1" dirty="0">
                <a:solidFill>
                  <a:srgbClr val="7C5CFC"/>
                </a:solidFill>
                <a:latin typeface="Fredoka" pitchFamily="34" charset="0"/>
                <a:ea typeface="Fredoka" pitchFamily="34" charset="-122"/>
                <a:cs typeface="Fredoka" pitchFamily="34" charset="-120"/>
              </a:rPr>
              <a:t>GRAMMAR 5 · DESCRIBE A PLACE</a:t>
            </a:r>
            <a:endParaRPr lang="en-US" sz="1125" dirty="0"/>
          </a:p>
        </p:txBody>
      </p:sp>
      <p:sp>
        <p:nvSpPr>
          <p:cNvPr id="19" name="Text 17"/>
          <p:cNvSpPr/>
          <p:nvPr/>
        </p:nvSpPr>
        <p:spPr>
          <a:xfrm>
            <a:off x="1123950" y="1533525"/>
            <a:ext cx="5695087" cy="515094"/>
          </a:xfrm>
          <a:prstGeom prst="rect">
            <a:avLst/>
          </a:prstGeom>
          <a:noFill/>
          <a:ln/>
        </p:spPr>
        <p:txBody>
          <a:bodyPr wrap="square" lIns="0" tIns="0" rIns="0" bIns="0" rtlCol="0" anchor="t"/>
          <a:lstStyle/>
          <a:p>
            <a:pPr algn="l" indent="0" marL="0">
              <a:lnSpc>
                <a:spcPts val="4056"/>
              </a:lnSpc>
              <a:spcBef>
                <a:spcPts val="900"/>
              </a:spcBef>
              <a:spcAft>
                <a:spcPts val="2613"/>
              </a:spcAft>
              <a:buNone/>
            </a:pPr>
            <a:r>
              <a:rPr lang="en-US" sz="3900" b="1" dirty="0">
                <a:solidFill>
                  <a:srgbClr val="2B2552"/>
                </a:solidFill>
                <a:latin typeface="Fredoka" pitchFamily="34" charset="0"/>
                <a:ea typeface="Fredoka" pitchFamily="34" charset="-122"/>
                <a:cs typeface="Fredoka" pitchFamily="34" charset="-120"/>
              </a:rPr>
              <a:t>There Is / There Are 🏠</a:t>
            </a:r>
            <a:endParaRPr lang="en-US" sz="3900" dirty="0"/>
          </a:p>
        </p:txBody>
      </p:sp>
      <p:sp>
        <p:nvSpPr>
          <p:cNvPr id="20" name="Text 18"/>
          <p:cNvSpPr/>
          <p:nvPr/>
        </p:nvSpPr>
        <p:spPr>
          <a:xfrm rot="21420000">
            <a:off x="10839301" y="1556891"/>
            <a:ext cx="1840230"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Singular &amp; plural</a:t>
            </a:r>
            <a:endParaRPr lang="en-US" sz="1350" dirty="0"/>
          </a:p>
        </p:txBody>
      </p:sp>
      <p:sp>
        <p:nvSpPr>
          <p:cNvPr id="21" name="Text 19"/>
          <p:cNvSpPr/>
          <p:nvPr/>
        </p:nvSpPr>
        <p:spPr>
          <a:xfrm>
            <a:off x="1419225" y="3296989"/>
            <a:ext cx="5240655" cy="304800"/>
          </a:xfrm>
          <a:prstGeom prst="rect">
            <a:avLst/>
          </a:prstGeom>
          <a:noFill/>
          <a:ln/>
        </p:spPr>
        <p:txBody>
          <a:bodyPr wrap="square" lIns="0" tIns="0" rIns="0" bIns="0" rtlCol="0" anchor="t"/>
          <a:lstStyle/>
          <a:p>
            <a:pPr algn="l" indent="0" marL="0">
              <a:spcBef>
                <a:spcPts val="1743"/>
              </a:spcBef>
              <a:spcAft>
                <a:spcPts val="1743"/>
              </a:spcAft>
              <a:buNone/>
            </a:pPr>
            <a:r>
              <a:rPr lang="en-US" sz="2100" b="1" dirty="0">
                <a:solidFill>
                  <a:srgbClr val="7C5CFC"/>
                </a:solidFill>
                <a:latin typeface="Fredoka" pitchFamily="34" charset="0"/>
                <a:ea typeface="Fredoka" pitchFamily="34" charset="-122"/>
                <a:cs typeface="Fredoka" pitchFamily="34" charset="-120"/>
              </a:rPr>
              <a:t>One thing</a:t>
            </a:r>
            <a:endParaRPr lang="en-US" sz="2100" dirty="0"/>
          </a:p>
        </p:txBody>
      </p:sp>
      <p:sp>
        <p:nvSpPr>
          <p:cNvPr id="22" name="Text 20"/>
          <p:cNvSpPr/>
          <p:nvPr/>
        </p:nvSpPr>
        <p:spPr>
          <a:xfrm>
            <a:off x="1419225" y="3823097"/>
            <a:ext cx="5240655" cy="266700"/>
          </a:xfrm>
          <a:prstGeom prst="rect">
            <a:avLst/>
          </a:prstGeom>
          <a:noFill/>
          <a:ln/>
        </p:spPr>
        <p:txBody>
          <a:bodyPr wrap="square" lIns="0" tIns="0" rIns="0" bIns="0" rtlCol="0" anchor="t"/>
          <a:lstStyle/>
          <a:p>
            <a:pPr algn="l" indent="0" marL="0">
              <a:spcBef>
                <a:spcPts val="900"/>
              </a:spcBef>
              <a:spcAft>
                <a:spcPts val="1800"/>
              </a:spcAft>
              <a:buNone/>
            </a:pPr>
            <a:r>
              <a:rPr lang="en-US" sz="1800" dirty="0">
                <a:solidFill>
                  <a:srgbClr val="2B2552"/>
                </a:solidFill>
                <a:latin typeface="Nunito" pitchFamily="34" charset="0"/>
                <a:ea typeface="Nunito" pitchFamily="34" charset="-122"/>
                <a:cs typeface="Nunito" pitchFamily="34" charset="-120"/>
              </a:rPr>
              <a:t>There </a:t>
            </a:r>
            <a:pPr algn="l" indent="0" marL="0">
              <a:spcBef>
                <a:spcPts val="900"/>
              </a:spcBef>
              <a:spcAft>
                <a:spcPts val="1800"/>
              </a:spcAft>
              <a:buNone/>
            </a:pPr>
            <a:r>
              <a:rPr lang="en-US" sz="1800" b="1" dirty="0">
                <a:solidFill>
                  <a:srgbClr val="7C5CFC"/>
                </a:solidFill>
                <a:latin typeface="Nunito" pitchFamily="34" charset="0"/>
                <a:ea typeface="Nunito" pitchFamily="34" charset="-122"/>
                <a:cs typeface="Nunito" pitchFamily="34" charset="-120"/>
              </a:rPr>
              <a:t>is</a:t>
            </a:r>
            <a:pPr algn="l" indent="0" marL="0">
              <a:spcBef>
                <a:spcPts val="900"/>
              </a:spcBef>
              <a:spcAft>
                <a:spcPts val="1800"/>
              </a:spcAft>
              <a:buNone/>
            </a:pPr>
            <a:r>
              <a:rPr lang="en-US" sz="1800" dirty="0">
                <a:solidFill>
                  <a:srgbClr val="2B2552"/>
                </a:solidFill>
                <a:latin typeface="Nunito" pitchFamily="34" charset="0"/>
                <a:ea typeface="Nunito" pitchFamily="34" charset="-122"/>
                <a:cs typeface="Nunito" pitchFamily="34" charset="-120"/>
              </a:rPr>
              <a:t> a park.</a:t>
            </a:r>
            <a:endParaRPr lang="en-US" sz="1800" dirty="0"/>
          </a:p>
        </p:txBody>
      </p:sp>
      <p:sp>
        <p:nvSpPr>
          <p:cNvPr id="23" name="Text 21"/>
          <p:cNvSpPr/>
          <p:nvPr/>
        </p:nvSpPr>
        <p:spPr>
          <a:xfrm>
            <a:off x="1419225" y="4318397"/>
            <a:ext cx="5240655" cy="200025"/>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Is there a park? / There isn’t a park.</a:t>
            </a:r>
            <a:endParaRPr lang="en-US" sz="1350" dirty="0"/>
          </a:p>
        </p:txBody>
      </p:sp>
      <p:sp>
        <p:nvSpPr>
          <p:cNvPr id="24" name="Text 22"/>
          <p:cNvSpPr/>
          <p:nvPr/>
        </p:nvSpPr>
        <p:spPr>
          <a:xfrm>
            <a:off x="7305675" y="3296989"/>
            <a:ext cx="5240655" cy="304800"/>
          </a:xfrm>
          <a:prstGeom prst="rect">
            <a:avLst/>
          </a:prstGeom>
          <a:noFill/>
          <a:ln/>
        </p:spPr>
        <p:txBody>
          <a:bodyPr wrap="square" lIns="0" tIns="0" rIns="0" bIns="0" rtlCol="0" anchor="t"/>
          <a:lstStyle/>
          <a:p>
            <a:pPr algn="l" indent="0" marL="0">
              <a:spcBef>
                <a:spcPts val="1743"/>
              </a:spcBef>
              <a:spcAft>
                <a:spcPts val="1743"/>
              </a:spcAft>
              <a:buNone/>
            </a:pPr>
            <a:r>
              <a:rPr lang="en-US" sz="2100" b="1" dirty="0">
                <a:solidFill>
                  <a:srgbClr val="FF6F91"/>
                </a:solidFill>
                <a:latin typeface="Fredoka" pitchFamily="34" charset="0"/>
                <a:ea typeface="Fredoka" pitchFamily="34" charset="-122"/>
                <a:cs typeface="Fredoka" pitchFamily="34" charset="-120"/>
              </a:rPr>
              <a:t>Two or more</a:t>
            </a:r>
            <a:endParaRPr lang="en-US" sz="2100" dirty="0"/>
          </a:p>
        </p:txBody>
      </p:sp>
      <p:sp>
        <p:nvSpPr>
          <p:cNvPr id="25" name="Text 23"/>
          <p:cNvSpPr/>
          <p:nvPr/>
        </p:nvSpPr>
        <p:spPr>
          <a:xfrm>
            <a:off x="7305675" y="3823097"/>
            <a:ext cx="5240655" cy="266700"/>
          </a:xfrm>
          <a:prstGeom prst="rect">
            <a:avLst/>
          </a:prstGeom>
          <a:noFill/>
          <a:ln/>
        </p:spPr>
        <p:txBody>
          <a:bodyPr wrap="square" lIns="0" tIns="0" rIns="0" bIns="0" rtlCol="0" anchor="t"/>
          <a:lstStyle/>
          <a:p>
            <a:pPr algn="l" indent="0" marL="0">
              <a:spcBef>
                <a:spcPts val="900"/>
              </a:spcBef>
              <a:spcAft>
                <a:spcPts val="1800"/>
              </a:spcAft>
              <a:buNone/>
            </a:pPr>
            <a:r>
              <a:rPr lang="en-US" sz="1800" dirty="0">
                <a:solidFill>
                  <a:srgbClr val="2B2552"/>
                </a:solidFill>
                <a:latin typeface="Nunito" pitchFamily="34" charset="0"/>
                <a:ea typeface="Nunito" pitchFamily="34" charset="-122"/>
                <a:cs typeface="Nunito" pitchFamily="34" charset="-120"/>
              </a:rPr>
              <a:t>There </a:t>
            </a:r>
            <a:pPr algn="l" indent="0" marL="0">
              <a:spcBef>
                <a:spcPts val="900"/>
              </a:spcBef>
              <a:spcAft>
                <a:spcPts val="1800"/>
              </a:spcAft>
              <a:buNone/>
            </a:pPr>
            <a:r>
              <a:rPr lang="en-US" sz="1800" b="1" dirty="0">
                <a:solidFill>
                  <a:srgbClr val="FF6F91"/>
                </a:solidFill>
                <a:latin typeface="Nunito" pitchFamily="34" charset="0"/>
                <a:ea typeface="Nunito" pitchFamily="34" charset="-122"/>
                <a:cs typeface="Nunito" pitchFamily="34" charset="-120"/>
              </a:rPr>
              <a:t>are</a:t>
            </a:r>
            <a:pPr algn="l" indent="0" marL="0">
              <a:spcBef>
                <a:spcPts val="900"/>
              </a:spcBef>
              <a:spcAft>
                <a:spcPts val="1800"/>
              </a:spcAft>
              <a:buNone/>
            </a:pPr>
            <a:r>
              <a:rPr lang="en-US" sz="1800" dirty="0">
                <a:solidFill>
                  <a:srgbClr val="2B2552"/>
                </a:solidFill>
                <a:latin typeface="Nunito" pitchFamily="34" charset="0"/>
                <a:ea typeface="Nunito" pitchFamily="34" charset="-122"/>
                <a:cs typeface="Nunito" pitchFamily="34" charset="-120"/>
              </a:rPr>
              <a:t> two cafés.</a:t>
            </a:r>
            <a:endParaRPr lang="en-US" sz="1800" dirty="0"/>
          </a:p>
        </p:txBody>
      </p:sp>
      <p:sp>
        <p:nvSpPr>
          <p:cNvPr id="26" name="Text 24"/>
          <p:cNvSpPr/>
          <p:nvPr/>
        </p:nvSpPr>
        <p:spPr>
          <a:xfrm>
            <a:off x="7305675" y="4318397"/>
            <a:ext cx="5240655" cy="200025"/>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Are there cafés? / There aren’t any cafés.</a:t>
            </a:r>
            <a:endParaRPr lang="en-US" sz="1350" dirty="0"/>
          </a:p>
        </p:txBody>
      </p:sp>
      <p:sp>
        <p:nvSpPr>
          <p:cNvPr id="27" name="Text 25"/>
          <p:cNvSpPr/>
          <p:nvPr/>
        </p:nvSpPr>
        <p:spPr>
          <a:xfrm>
            <a:off x="1271588" y="5937647"/>
            <a:ext cx="3400425" cy="552450"/>
          </a:xfrm>
          <a:prstGeom prst="rect">
            <a:avLst/>
          </a:prstGeom>
          <a:noFill/>
          <a:ln/>
        </p:spPr>
        <p:txBody>
          <a:bodyPr wrap="square" lIns="0" tIns="0" rIns="0" bIns="0" rtlCol="0" anchor="t"/>
          <a:lstStyle/>
          <a:p>
            <a:pPr algn="ctr" indent="0" marL="0">
              <a:spcBef>
                <a:spcPts val="3300"/>
              </a:spcBef>
              <a:spcAft>
                <a:spcPts val="3300"/>
              </a:spcAft>
              <a:buNone/>
            </a:pPr>
            <a:r>
              <a:rPr lang="en-US" sz="3300" dirty="0">
                <a:solidFill>
                  <a:srgbClr val="2B2552"/>
                </a:solidFill>
                <a:latin typeface="Nunito" pitchFamily="34" charset="0"/>
                <a:ea typeface="Nunito" pitchFamily="34" charset="-122"/>
                <a:cs typeface="Nunito" pitchFamily="34" charset="-120"/>
              </a:rPr>
              <a:t>🏠</a:t>
            </a:r>
            <a:endParaRPr lang="en-US" sz="3300" dirty="0"/>
          </a:p>
        </p:txBody>
      </p:sp>
      <p:sp>
        <p:nvSpPr>
          <p:cNvPr id="28" name="Text 26"/>
          <p:cNvSpPr/>
          <p:nvPr/>
        </p:nvSpPr>
        <p:spPr>
          <a:xfrm>
            <a:off x="1271588" y="6909197"/>
            <a:ext cx="3400425" cy="209550"/>
          </a:xfrm>
          <a:prstGeom prst="rect">
            <a:avLst/>
          </a:prstGeom>
          <a:noFill/>
          <a:ln/>
        </p:spPr>
        <p:txBody>
          <a:bodyPr wrap="square" lIns="0" tIns="0" rIns="0" bIns="0" rtlCol="0" anchor="t"/>
          <a:lstStyle/>
          <a:p>
            <a:pPr algn="ctr"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There is a balcony.</a:t>
            </a:r>
            <a:endParaRPr lang="en-US" sz="1425" dirty="0"/>
          </a:p>
        </p:txBody>
      </p:sp>
      <p:sp>
        <p:nvSpPr>
          <p:cNvPr id="29" name="Text 27"/>
          <p:cNvSpPr/>
          <p:nvPr/>
        </p:nvSpPr>
        <p:spPr>
          <a:xfrm>
            <a:off x="5157788" y="5937647"/>
            <a:ext cx="3400425" cy="552450"/>
          </a:xfrm>
          <a:prstGeom prst="rect">
            <a:avLst/>
          </a:prstGeom>
          <a:noFill/>
          <a:ln/>
        </p:spPr>
        <p:txBody>
          <a:bodyPr wrap="square" lIns="0" tIns="0" rIns="0" bIns="0" rtlCol="0" anchor="t"/>
          <a:lstStyle/>
          <a:p>
            <a:pPr algn="ctr" indent="0" marL="0">
              <a:spcBef>
                <a:spcPts val="3300"/>
              </a:spcBef>
              <a:spcAft>
                <a:spcPts val="3300"/>
              </a:spcAft>
              <a:buNone/>
            </a:pPr>
            <a:r>
              <a:rPr lang="en-US" sz="3300" dirty="0">
                <a:solidFill>
                  <a:srgbClr val="2B2552"/>
                </a:solidFill>
                <a:latin typeface="Nunito" pitchFamily="34" charset="0"/>
                <a:ea typeface="Nunito" pitchFamily="34" charset="-122"/>
                <a:cs typeface="Nunito" pitchFamily="34" charset="-120"/>
              </a:rPr>
              <a:t>🌳🌳</a:t>
            </a:r>
            <a:endParaRPr lang="en-US" sz="3300" dirty="0"/>
          </a:p>
        </p:txBody>
      </p:sp>
      <p:sp>
        <p:nvSpPr>
          <p:cNvPr id="30" name="Text 28"/>
          <p:cNvSpPr/>
          <p:nvPr/>
        </p:nvSpPr>
        <p:spPr>
          <a:xfrm>
            <a:off x="5157788" y="6909197"/>
            <a:ext cx="3400425" cy="209550"/>
          </a:xfrm>
          <a:prstGeom prst="rect">
            <a:avLst/>
          </a:prstGeom>
          <a:noFill/>
          <a:ln/>
        </p:spPr>
        <p:txBody>
          <a:bodyPr wrap="square" lIns="0" tIns="0" rIns="0" bIns="0" rtlCol="0" anchor="t"/>
          <a:lstStyle/>
          <a:p>
            <a:pPr algn="ctr"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There are two trees.</a:t>
            </a:r>
            <a:endParaRPr lang="en-US" sz="1425" dirty="0"/>
          </a:p>
        </p:txBody>
      </p:sp>
      <p:sp>
        <p:nvSpPr>
          <p:cNvPr id="31" name="Text 29"/>
          <p:cNvSpPr/>
          <p:nvPr/>
        </p:nvSpPr>
        <p:spPr>
          <a:xfrm>
            <a:off x="9043988" y="5937647"/>
            <a:ext cx="3400425" cy="552450"/>
          </a:xfrm>
          <a:prstGeom prst="rect">
            <a:avLst/>
          </a:prstGeom>
          <a:noFill/>
          <a:ln/>
        </p:spPr>
        <p:txBody>
          <a:bodyPr wrap="square" lIns="0" tIns="0" rIns="0" bIns="0" rtlCol="0" anchor="t"/>
          <a:lstStyle/>
          <a:p>
            <a:pPr algn="ctr" indent="0" marL="0">
              <a:spcBef>
                <a:spcPts val="3300"/>
              </a:spcBef>
              <a:spcAft>
                <a:spcPts val="3300"/>
              </a:spcAft>
              <a:buNone/>
            </a:pPr>
            <a:r>
              <a:rPr lang="en-US" sz="3300" dirty="0">
                <a:solidFill>
                  <a:srgbClr val="2B2552"/>
                </a:solidFill>
                <a:latin typeface="Nunito" pitchFamily="34" charset="0"/>
                <a:ea typeface="Nunito" pitchFamily="34" charset="-122"/>
                <a:cs typeface="Nunito" pitchFamily="34" charset="-120"/>
              </a:rPr>
              <a:t>☕</a:t>
            </a:r>
            <a:endParaRPr lang="en-US" sz="3300" dirty="0"/>
          </a:p>
        </p:txBody>
      </p:sp>
      <p:sp>
        <p:nvSpPr>
          <p:cNvPr id="32" name="Text 30"/>
          <p:cNvSpPr/>
          <p:nvPr/>
        </p:nvSpPr>
        <p:spPr>
          <a:xfrm>
            <a:off x="9043988" y="6909197"/>
            <a:ext cx="3400425" cy="209550"/>
          </a:xfrm>
          <a:prstGeom prst="rect">
            <a:avLst/>
          </a:prstGeom>
          <a:noFill/>
          <a:ln/>
        </p:spPr>
        <p:txBody>
          <a:bodyPr wrap="square" lIns="0" tIns="0" rIns="0" bIns="0" rtlCol="0" anchor="t"/>
          <a:lstStyle/>
          <a:p>
            <a:pPr algn="ctr"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There isn’t any coffee.</a:t>
            </a:r>
            <a:endParaRPr lang="en-US" sz="1425" dirty="0"/>
          </a:p>
        </p:txBody>
      </p:sp>
      <p:sp>
        <p:nvSpPr>
          <p:cNvPr id="33" name="Text 31"/>
          <p:cNvSpPr/>
          <p:nvPr/>
        </p:nvSpPr>
        <p:spPr>
          <a:xfrm>
            <a:off x="1457325" y="8061722"/>
            <a:ext cx="1793818"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SCENE CHALLENGE</a:t>
            </a:r>
            <a:endParaRPr lang="en-US" sz="1050" dirty="0"/>
          </a:p>
        </p:txBody>
      </p:sp>
      <p:sp>
        <p:nvSpPr>
          <p:cNvPr id="34" name="Text 32"/>
          <p:cNvSpPr/>
          <p:nvPr/>
        </p:nvSpPr>
        <p:spPr>
          <a:xfrm>
            <a:off x="1457325" y="8299847"/>
            <a:ext cx="11431429" cy="257175"/>
          </a:xfrm>
          <a:prstGeom prst="rect">
            <a:avLst/>
          </a:prstGeom>
          <a:noFill/>
          <a:ln/>
        </p:spPr>
        <p:txBody>
          <a:bodyPr wrap="square" lIns="0" tIns="0" rIns="0" bIns="0" rtlCol="0" anchor="t"/>
          <a:lstStyle/>
          <a:p>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Look around your room. Say </a:t>
            </a:r>
            <a:pPr algn="l" indent="0" marL="0">
              <a:spcBef>
                <a:spcPts val="600"/>
              </a:spcBef>
              <a:spcAft>
                <a:spcPts val="1425"/>
              </a:spcAft>
              <a:buNone/>
            </a:pPr>
            <a:r>
              <a:rPr lang="en-US" sz="1425" b="1" dirty="0">
                <a:solidFill>
                  <a:srgbClr val="2B2552"/>
                </a:solidFill>
                <a:latin typeface="Nunito" pitchFamily="34" charset="0"/>
                <a:ea typeface="Nunito" pitchFamily="34" charset="-122"/>
                <a:cs typeface="Nunito" pitchFamily="34" charset="-120"/>
              </a:rPr>
              <a:t>2 sentences</a:t>
            </a:r>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 with </a:t>
            </a:r>
            <a:pPr algn="l" indent="0" marL="0">
              <a:spcBef>
                <a:spcPts val="600"/>
              </a:spcBef>
              <a:spcAft>
                <a:spcPts val="1425"/>
              </a:spcAft>
              <a:buNone/>
            </a:pPr>
            <a:r>
              <a:rPr lang="en-US" sz="1425" b="1" i="1" dirty="0">
                <a:solidFill>
                  <a:srgbClr val="2B2552"/>
                </a:solidFill>
                <a:latin typeface="Nunito" pitchFamily="34" charset="0"/>
                <a:ea typeface="Nunito" pitchFamily="34" charset="-122"/>
                <a:cs typeface="Nunito" pitchFamily="34" charset="-120"/>
              </a:rPr>
              <a:t>there is</a:t>
            </a:r>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 and </a:t>
            </a:r>
            <a:pPr algn="l" indent="0" marL="0">
              <a:spcBef>
                <a:spcPts val="600"/>
              </a:spcBef>
              <a:spcAft>
                <a:spcPts val="1425"/>
              </a:spcAft>
              <a:buNone/>
            </a:pPr>
            <a:r>
              <a:rPr lang="en-US" sz="1425" b="1" dirty="0">
                <a:solidFill>
                  <a:srgbClr val="2B2552"/>
                </a:solidFill>
                <a:latin typeface="Nunito" pitchFamily="34" charset="0"/>
                <a:ea typeface="Nunito" pitchFamily="34" charset="-122"/>
                <a:cs typeface="Nunito" pitchFamily="34" charset="-120"/>
              </a:rPr>
              <a:t>2</a:t>
            </a:r>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 with </a:t>
            </a:r>
            <a:pPr algn="l" indent="0" marL="0">
              <a:spcBef>
                <a:spcPts val="600"/>
              </a:spcBef>
              <a:spcAft>
                <a:spcPts val="1425"/>
              </a:spcAft>
              <a:buNone/>
            </a:pPr>
            <a:r>
              <a:rPr lang="en-US" sz="1425" b="1" i="1" dirty="0">
                <a:solidFill>
                  <a:srgbClr val="2B2552"/>
                </a:solidFill>
                <a:latin typeface="Nunito" pitchFamily="34" charset="0"/>
                <a:ea typeface="Nunito" pitchFamily="34" charset="-122"/>
                <a:cs typeface="Nunito" pitchFamily="34" charset="-120"/>
              </a:rPr>
              <a:t>there are</a:t>
            </a:r>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 Point at the screen to show us! 🎥</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906250" y="1047750"/>
            <a:ext cx="666750" cy="666750"/>
          </a:xfrm>
          <a:prstGeom prst="rect">
            <a:avLst/>
          </a:prstGeom>
          <a:solidFill>
            <a:srgbClr val="FFC83D"/>
          </a:solidFill>
          <a:ln/>
        </p:spPr>
      </p:sp>
      <p:sp>
        <p:nvSpPr>
          <p:cNvPr id="4" name="Shape 2"/>
          <p:cNvSpPr/>
          <p:nvPr/>
        </p:nvSpPr>
        <p:spPr>
          <a:xfrm>
            <a:off x="1123950" y="3056632"/>
            <a:ext cx="3670250" cy="3052763"/>
          </a:xfrm>
          <a:prstGeom prst="roundRect">
            <a:avLst>
              <a:gd name="adj" fmla="val 8112"/>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5022800" y="3056632"/>
            <a:ext cx="3670250" cy="3052763"/>
          </a:xfrm>
          <a:prstGeom prst="roundRect">
            <a:avLst>
              <a:gd name="adj" fmla="val 8112"/>
            </a:avLst>
          </a:prstGeom>
          <a:solidFill>
            <a:srgbClr val="FFFFFF"/>
          </a:solidFill>
          <a:ln/>
          <a:effectLst>
            <a:outerShdw sx="100000" sy="100000" kx="0" ky="0" algn="bl" rotWithShape="0" blurRad="285750" dist="133350" dir="5400000">
              <a:srgbClr val="FF6F91">
                <a:alpha val="18000"/>
              </a:srgbClr>
            </a:outerShdw>
          </a:effectLst>
        </p:spPr>
      </p:sp>
      <p:sp>
        <p:nvSpPr>
          <p:cNvPr id="6" name="Shape 4"/>
          <p:cNvSpPr/>
          <p:nvPr/>
        </p:nvSpPr>
        <p:spPr>
          <a:xfrm>
            <a:off x="8921651" y="3056632"/>
            <a:ext cx="3670399" cy="3052763"/>
          </a:xfrm>
          <a:prstGeom prst="roundRect">
            <a:avLst>
              <a:gd name="adj" fmla="val 8112"/>
            </a:avLst>
          </a:prstGeom>
          <a:solidFill>
            <a:srgbClr val="FFFFFF"/>
          </a:solidFill>
          <a:ln/>
          <a:effectLst>
            <a:outerShdw sx="100000" sy="100000" kx="0" ky="0" algn="bl" rotWithShape="0" blurRad="285750" dist="133350" dir="5400000">
              <a:srgbClr val="FFC83D">
                <a:alpha val="20000"/>
              </a:srgbClr>
            </a:outerShdw>
          </a:effectLst>
        </p:spPr>
      </p:sp>
      <p:sp>
        <p:nvSpPr>
          <p:cNvPr id="7" name="Shape 5"/>
          <p:cNvSpPr/>
          <p:nvPr/>
        </p:nvSpPr>
        <p:spPr>
          <a:xfrm>
            <a:off x="1123950" y="6452295"/>
            <a:ext cx="11468100" cy="1162050"/>
          </a:xfrm>
          <a:prstGeom prst="roundRect">
            <a:avLst>
              <a:gd name="adj" fmla="val 14754"/>
            </a:avLst>
          </a:prstGeom>
          <a:solidFill>
            <a:srgbClr val="E8FBF4"/>
          </a:solidFill>
          <a:ln/>
        </p:spPr>
      </p:sp>
      <p:sp>
        <p:nvSpPr>
          <p:cNvPr id="8" name="Shape 6"/>
          <p:cNvSpPr/>
          <p:nvPr/>
        </p:nvSpPr>
        <p:spPr>
          <a:xfrm>
            <a:off x="1123950" y="3099495"/>
            <a:ext cx="3670250" cy="0"/>
          </a:xfrm>
          <a:prstGeom prst="line">
            <a:avLst/>
          </a:prstGeom>
          <a:noFill/>
          <a:ln w="85725">
            <a:solidFill>
              <a:srgbClr val="7C5CFC"/>
            </a:solidFill>
            <a:prstDash val="solid"/>
          </a:ln>
        </p:spPr>
      </p:sp>
      <p:sp>
        <p:nvSpPr>
          <p:cNvPr id="9" name="Shape 7"/>
          <p:cNvSpPr/>
          <p:nvPr/>
        </p:nvSpPr>
        <p:spPr>
          <a:xfrm>
            <a:off x="4779913" y="3056632"/>
            <a:ext cx="0" cy="3052762"/>
          </a:xfrm>
          <a:prstGeom prst="line">
            <a:avLst/>
          </a:prstGeom>
          <a:noFill/>
          <a:ln w="28575">
            <a:solidFill>
              <a:srgbClr val="EFE7FF"/>
            </a:solidFill>
            <a:prstDash val="solid"/>
          </a:ln>
        </p:spPr>
      </p:sp>
      <p:sp>
        <p:nvSpPr>
          <p:cNvPr id="10" name="Shape 8"/>
          <p:cNvSpPr/>
          <p:nvPr/>
        </p:nvSpPr>
        <p:spPr>
          <a:xfrm>
            <a:off x="1123950" y="6095107"/>
            <a:ext cx="3670250" cy="0"/>
          </a:xfrm>
          <a:prstGeom prst="line">
            <a:avLst/>
          </a:prstGeom>
          <a:noFill/>
          <a:ln w="28575">
            <a:solidFill>
              <a:srgbClr val="EFE7FF"/>
            </a:solidFill>
            <a:prstDash val="solid"/>
          </a:ln>
        </p:spPr>
      </p:sp>
      <p:sp>
        <p:nvSpPr>
          <p:cNvPr id="11" name="Shape 9"/>
          <p:cNvSpPr/>
          <p:nvPr/>
        </p:nvSpPr>
        <p:spPr>
          <a:xfrm>
            <a:off x="1138238" y="3056632"/>
            <a:ext cx="0" cy="3052762"/>
          </a:xfrm>
          <a:prstGeom prst="line">
            <a:avLst/>
          </a:prstGeom>
          <a:noFill/>
          <a:ln w="28575">
            <a:solidFill>
              <a:srgbClr val="EFE7FF"/>
            </a:solidFill>
            <a:prstDash val="solid"/>
          </a:ln>
        </p:spPr>
      </p:sp>
      <p:sp>
        <p:nvSpPr>
          <p:cNvPr id="12" name="Shape 10"/>
          <p:cNvSpPr/>
          <p:nvPr/>
        </p:nvSpPr>
        <p:spPr>
          <a:xfrm>
            <a:off x="5022800" y="3099495"/>
            <a:ext cx="3670250" cy="0"/>
          </a:xfrm>
          <a:prstGeom prst="line">
            <a:avLst/>
          </a:prstGeom>
          <a:noFill/>
          <a:ln w="85725">
            <a:solidFill>
              <a:srgbClr val="FF6F91"/>
            </a:solidFill>
            <a:prstDash val="solid"/>
          </a:ln>
        </p:spPr>
      </p:sp>
      <p:sp>
        <p:nvSpPr>
          <p:cNvPr id="13" name="Shape 11"/>
          <p:cNvSpPr/>
          <p:nvPr/>
        </p:nvSpPr>
        <p:spPr>
          <a:xfrm>
            <a:off x="8678763" y="3056632"/>
            <a:ext cx="0" cy="3052762"/>
          </a:xfrm>
          <a:prstGeom prst="line">
            <a:avLst/>
          </a:prstGeom>
          <a:noFill/>
          <a:ln w="28575">
            <a:solidFill>
              <a:srgbClr val="EFE7FF"/>
            </a:solidFill>
            <a:prstDash val="solid"/>
          </a:ln>
        </p:spPr>
      </p:sp>
      <p:sp>
        <p:nvSpPr>
          <p:cNvPr id="14" name="Shape 12"/>
          <p:cNvSpPr/>
          <p:nvPr/>
        </p:nvSpPr>
        <p:spPr>
          <a:xfrm>
            <a:off x="5022800" y="6095107"/>
            <a:ext cx="3670250" cy="0"/>
          </a:xfrm>
          <a:prstGeom prst="line">
            <a:avLst/>
          </a:prstGeom>
          <a:noFill/>
          <a:ln w="28575">
            <a:solidFill>
              <a:srgbClr val="EFE7FF"/>
            </a:solidFill>
            <a:prstDash val="solid"/>
          </a:ln>
        </p:spPr>
      </p:sp>
      <p:sp>
        <p:nvSpPr>
          <p:cNvPr id="15" name="Shape 13"/>
          <p:cNvSpPr/>
          <p:nvPr/>
        </p:nvSpPr>
        <p:spPr>
          <a:xfrm>
            <a:off x="5037088" y="3056632"/>
            <a:ext cx="0" cy="3052762"/>
          </a:xfrm>
          <a:prstGeom prst="line">
            <a:avLst/>
          </a:prstGeom>
          <a:noFill/>
          <a:ln w="28575">
            <a:solidFill>
              <a:srgbClr val="EFE7FF"/>
            </a:solidFill>
            <a:prstDash val="solid"/>
          </a:ln>
        </p:spPr>
      </p:sp>
      <p:sp>
        <p:nvSpPr>
          <p:cNvPr id="16" name="Shape 14"/>
          <p:cNvSpPr/>
          <p:nvPr/>
        </p:nvSpPr>
        <p:spPr>
          <a:xfrm>
            <a:off x="8921651" y="3099495"/>
            <a:ext cx="3670399" cy="0"/>
          </a:xfrm>
          <a:prstGeom prst="line">
            <a:avLst/>
          </a:prstGeom>
          <a:noFill/>
          <a:ln w="85725">
            <a:solidFill>
              <a:srgbClr val="FFC83D"/>
            </a:solidFill>
            <a:prstDash val="solid"/>
          </a:ln>
        </p:spPr>
      </p:sp>
      <p:sp>
        <p:nvSpPr>
          <p:cNvPr id="17" name="Shape 15"/>
          <p:cNvSpPr/>
          <p:nvPr/>
        </p:nvSpPr>
        <p:spPr>
          <a:xfrm>
            <a:off x="12577762" y="3056632"/>
            <a:ext cx="0" cy="3052762"/>
          </a:xfrm>
          <a:prstGeom prst="line">
            <a:avLst/>
          </a:prstGeom>
          <a:noFill/>
          <a:ln w="28575">
            <a:solidFill>
              <a:srgbClr val="EFE7FF"/>
            </a:solidFill>
            <a:prstDash val="solid"/>
          </a:ln>
        </p:spPr>
      </p:sp>
      <p:sp>
        <p:nvSpPr>
          <p:cNvPr id="18" name="Shape 16"/>
          <p:cNvSpPr/>
          <p:nvPr/>
        </p:nvSpPr>
        <p:spPr>
          <a:xfrm>
            <a:off x="8921651" y="6095107"/>
            <a:ext cx="3670399" cy="0"/>
          </a:xfrm>
          <a:prstGeom prst="line">
            <a:avLst/>
          </a:prstGeom>
          <a:noFill/>
          <a:ln w="28575">
            <a:solidFill>
              <a:srgbClr val="EFE7FF"/>
            </a:solidFill>
            <a:prstDash val="solid"/>
          </a:ln>
        </p:spPr>
      </p:sp>
      <p:sp>
        <p:nvSpPr>
          <p:cNvPr id="19" name="Shape 17"/>
          <p:cNvSpPr/>
          <p:nvPr/>
        </p:nvSpPr>
        <p:spPr>
          <a:xfrm>
            <a:off x="8935938" y="3056632"/>
            <a:ext cx="0" cy="3052762"/>
          </a:xfrm>
          <a:prstGeom prst="line">
            <a:avLst/>
          </a:prstGeom>
          <a:noFill/>
          <a:ln w="28575">
            <a:solidFill>
              <a:srgbClr val="EFE7FF"/>
            </a:solidFill>
            <a:prstDash val="solid"/>
          </a:ln>
        </p:spPr>
      </p:sp>
      <p:sp>
        <p:nvSpPr>
          <p:cNvPr id="20" name="Shape 18"/>
          <p:cNvSpPr/>
          <p:nvPr/>
        </p:nvSpPr>
        <p:spPr>
          <a:xfrm>
            <a:off x="1166813" y="6452295"/>
            <a:ext cx="0" cy="1162050"/>
          </a:xfrm>
          <a:prstGeom prst="line">
            <a:avLst/>
          </a:prstGeom>
          <a:noFill/>
          <a:ln w="85725">
            <a:solidFill>
              <a:srgbClr val="2FD0A8"/>
            </a:solidFill>
            <a:prstDash val="solid"/>
          </a:ln>
        </p:spPr>
      </p:sp>
      <p:sp>
        <p:nvSpPr>
          <p:cNvPr id="21" name="Text 19"/>
          <p:cNvSpPr/>
          <p:nvPr/>
        </p:nvSpPr>
        <p:spPr>
          <a:xfrm>
            <a:off x="1123950" y="1123950"/>
            <a:ext cx="2964902" cy="295275"/>
          </a:xfrm>
          <a:prstGeom prst="rect">
            <a:avLst/>
          </a:prstGeom>
          <a:noFill/>
          <a:ln/>
        </p:spPr>
        <p:txBody>
          <a:bodyPr wrap="square" lIns="171450" tIns="66675" rIns="171450" bIns="66675" rtlCol="0" anchor="t"/>
          <a:lstStyle/>
          <a:p>
            <a:pPr algn="l" indent="0" marL="0">
              <a:buNone/>
            </a:pPr>
            <a:r>
              <a:rPr lang="en-US" sz="1125" b="1" dirty="0">
                <a:solidFill>
                  <a:srgbClr val="7C5CFC"/>
                </a:solidFill>
                <a:latin typeface="Fredoka" pitchFamily="34" charset="0"/>
                <a:ea typeface="Fredoka" pitchFamily="34" charset="-122"/>
                <a:cs typeface="Fredoka" pitchFamily="34" charset="-120"/>
              </a:rPr>
              <a:t>GRAMMAR 6 · COMPARATIVES</a:t>
            </a:r>
            <a:endParaRPr lang="en-US" sz="1125" dirty="0"/>
          </a:p>
        </p:txBody>
      </p:sp>
      <p:sp>
        <p:nvSpPr>
          <p:cNvPr id="22" name="Text 20"/>
          <p:cNvSpPr/>
          <p:nvPr/>
        </p:nvSpPr>
        <p:spPr>
          <a:xfrm>
            <a:off x="1123950" y="1533525"/>
            <a:ext cx="3748125" cy="515094"/>
          </a:xfrm>
          <a:prstGeom prst="rect">
            <a:avLst/>
          </a:prstGeom>
          <a:noFill/>
          <a:ln/>
        </p:spPr>
        <p:txBody>
          <a:bodyPr wrap="square" lIns="0" tIns="0" rIns="0" bIns="0" rtlCol="0" anchor="t"/>
          <a:lstStyle/>
          <a:p>
            <a:pPr algn="l" indent="0" marL="0">
              <a:lnSpc>
                <a:spcPts val="4056"/>
              </a:lnSpc>
              <a:spcBef>
                <a:spcPts val="900"/>
              </a:spcBef>
              <a:spcAft>
                <a:spcPts val="2613"/>
              </a:spcAft>
              <a:buNone/>
            </a:pPr>
            <a:r>
              <a:rPr lang="en-US" sz="3900" b="1" dirty="0">
                <a:solidFill>
                  <a:srgbClr val="2B2552"/>
                </a:solidFill>
                <a:latin typeface="Fredoka" pitchFamily="34" charset="0"/>
                <a:ea typeface="Fredoka" pitchFamily="34" charset="-122"/>
                <a:cs typeface="Fredoka" pitchFamily="34" charset="-120"/>
              </a:rPr>
              <a:t>Compare It! ⚖️</a:t>
            </a:r>
            <a:endParaRPr lang="en-US" sz="3900" dirty="0"/>
          </a:p>
        </p:txBody>
      </p:sp>
      <p:sp>
        <p:nvSpPr>
          <p:cNvPr id="23" name="Text 21"/>
          <p:cNvSpPr/>
          <p:nvPr/>
        </p:nvSpPr>
        <p:spPr>
          <a:xfrm rot="21420000">
            <a:off x="11685463" y="1556891"/>
            <a:ext cx="950119"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A vs B</a:t>
            </a:r>
            <a:endParaRPr lang="en-US" sz="1350" dirty="0"/>
          </a:p>
        </p:txBody>
      </p:sp>
      <p:sp>
        <p:nvSpPr>
          <p:cNvPr id="24" name="Text 22"/>
          <p:cNvSpPr/>
          <p:nvPr/>
        </p:nvSpPr>
        <p:spPr>
          <a:xfrm>
            <a:off x="1123950" y="2494657"/>
            <a:ext cx="12041505"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5B5478"/>
                </a:solidFill>
                <a:latin typeface="Nunito" pitchFamily="34" charset="0"/>
                <a:ea typeface="Nunito" pitchFamily="34" charset="-122"/>
                <a:cs typeface="Nunito" pitchFamily="34" charset="-120"/>
              </a:rPr>
              <a:t>Use comparatives to show how two things are different.</a:t>
            </a:r>
            <a:endParaRPr lang="en-US" sz="1500" dirty="0"/>
          </a:p>
        </p:txBody>
      </p:sp>
      <p:sp>
        <p:nvSpPr>
          <p:cNvPr id="25" name="Text 23"/>
          <p:cNvSpPr/>
          <p:nvPr/>
        </p:nvSpPr>
        <p:spPr>
          <a:xfrm>
            <a:off x="1419225" y="3606701"/>
            <a:ext cx="3233685" cy="276225"/>
          </a:xfrm>
          <a:prstGeom prst="rect">
            <a:avLst/>
          </a:prstGeom>
          <a:noFill/>
          <a:ln/>
        </p:spPr>
        <p:txBody>
          <a:bodyPr wrap="square" lIns="0" tIns="0" rIns="0" bIns="0" rtlCol="0" anchor="t"/>
          <a:lstStyle/>
          <a:p>
            <a:pPr algn="l" indent="0" marL="0">
              <a:spcBef>
                <a:spcPts val="1556"/>
              </a:spcBef>
              <a:spcAft>
                <a:spcPts val="1556"/>
              </a:spcAft>
              <a:buNone/>
            </a:pPr>
            <a:r>
              <a:rPr lang="en-US" sz="1875" b="1" dirty="0">
                <a:solidFill>
                  <a:srgbClr val="7C5CFC"/>
                </a:solidFill>
                <a:latin typeface="Fredoka" pitchFamily="34" charset="0"/>
                <a:ea typeface="Fredoka" pitchFamily="34" charset="-122"/>
                <a:cs typeface="Fredoka" pitchFamily="34" charset="-120"/>
              </a:rPr>
              <a:t>Short adjectives</a:t>
            </a:r>
            <a:endParaRPr lang="en-US" sz="1875" dirty="0"/>
          </a:p>
        </p:txBody>
      </p:sp>
      <p:sp>
        <p:nvSpPr>
          <p:cNvPr id="26" name="Text 24"/>
          <p:cNvSpPr/>
          <p:nvPr/>
        </p:nvSpPr>
        <p:spPr>
          <a:xfrm>
            <a:off x="1419225" y="4080570"/>
            <a:ext cx="3233685" cy="266700"/>
          </a:xfrm>
          <a:prstGeom prst="rect">
            <a:avLst/>
          </a:prstGeom>
          <a:noFill/>
          <a:ln/>
        </p:spPr>
        <p:txBody>
          <a:bodyPr wrap="square" lIns="0" tIns="0" rIns="0" bIns="0" rtlCol="0" anchor="t"/>
          <a:lstStyle/>
          <a:p>
            <a:pPr algn="l" indent="0" marL="0">
              <a:spcBef>
                <a:spcPts val="1200"/>
              </a:spcBef>
              <a:spcAft>
                <a:spcPts val="1800"/>
              </a:spcAft>
              <a:buNone/>
            </a:pPr>
            <a:r>
              <a:rPr lang="en-US" sz="1800" dirty="0">
                <a:solidFill>
                  <a:srgbClr val="2B2552"/>
                </a:solidFill>
                <a:latin typeface="Nunito" pitchFamily="34" charset="0"/>
                <a:ea typeface="Nunito" pitchFamily="34" charset="-122"/>
                <a:cs typeface="Nunito" pitchFamily="34" charset="-120"/>
              </a:rPr>
              <a:t>cold → </a:t>
            </a:r>
            <a:pPr algn="l" indent="0" marL="0">
              <a:spcBef>
                <a:spcPts val="1200"/>
              </a:spcBef>
              <a:spcAft>
                <a:spcPts val="1800"/>
              </a:spcAft>
              <a:buNone/>
            </a:pPr>
            <a:r>
              <a:rPr lang="en-US" sz="1800" b="1" dirty="0">
                <a:solidFill>
                  <a:srgbClr val="7C5CFC"/>
                </a:solidFill>
                <a:latin typeface="Nunito" pitchFamily="34" charset="0"/>
                <a:ea typeface="Nunito" pitchFamily="34" charset="-122"/>
                <a:cs typeface="Nunito" pitchFamily="34" charset="-120"/>
              </a:rPr>
              <a:t>colder</a:t>
            </a:r>
            <a:endParaRPr lang="en-US" sz="1800" dirty="0"/>
          </a:p>
        </p:txBody>
      </p:sp>
      <p:sp>
        <p:nvSpPr>
          <p:cNvPr id="27" name="Text 25"/>
          <p:cNvSpPr/>
          <p:nvPr/>
        </p:nvSpPr>
        <p:spPr>
          <a:xfrm>
            <a:off x="1419225" y="4575870"/>
            <a:ext cx="3233685" cy="200025"/>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cold + -er + than</a:t>
            </a:r>
            <a:endParaRPr lang="en-US" sz="1350" dirty="0"/>
          </a:p>
        </p:txBody>
      </p:sp>
      <p:sp>
        <p:nvSpPr>
          <p:cNvPr id="28" name="Text 26"/>
          <p:cNvSpPr/>
          <p:nvPr/>
        </p:nvSpPr>
        <p:spPr>
          <a:xfrm>
            <a:off x="1419225" y="4947345"/>
            <a:ext cx="3233685" cy="209550"/>
          </a:xfrm>
          <a:prstGeom prst="rect">
            <a:avLst/>
          </a:prstGeom>
          <a:noFill/>
          <a:ln/>
        </p:spPr>
        <p:txBody>
          <a:bodyPr wrap="square" lIns="0" tIns="0" rIns="0" bIns="0" rtlCol="0" anchor="t"/>
          <a:lstStyle/>
          <a:p>
            <a:pPr algn="l" indent="0" marL="0">
              <a:spcBef>
                <a:spcPts val="1200"/>
              </a:spcBef>
              <a:spcAft>
                <a:spcPts val="1425"/>
              </a:spcAft>
              <a:buNone/>
            </a:pPr>
            <a:r>
              <a:rPr lang="en-US" sz="1425" b="1" dirty="0">
                <a:solidFill>
                  <a:srgbClr val="2B2552"/>
                </a:solidFill>
                <a:latin typeface="Nunito" pitchFamily="34" charset="0"/>
                <a:ea typeface="Nunito" pitchFamily="34" charset="-122"/>
                <a:cs typeface="Nunito" pitchFamily="34" charset="-120"/>
              </a:rPr>
              <a:t>Winter is colder than autumn.</a:t>
            </a:r>
            <a:endParaRPr lang="en-US" sz="1425" dirty="0"/>
          </a:p>
        </p:txBody>
      </p:sp>
      <p:sp>
        <p:nvSpPr>
          <p:cNvPr id="29" name="Text 27"/>
          <p:cNvSpPr/>
          <p:nvPr/>
        </p:nvSpPr>
        <p:spPr>
          <a:xfrm>
            <a:off x="5318075" y="3606701"/>
            <a:ext cx="3233685" cy="276225"/>
          </a:xfrm>
          <a:prstGeom prst="rect">
            <a:avLst/>
          </a:prstGeom>
          <a:noFill/>
          <a:ln/>
        </p:spPr>
        <p:txBody>
          <a:bodyPr wrap="square" lIns="0" tIns="0" rIns="0" bIns="0" rtlCol="0" anchor="t"/>
          <a:lstStyle/>
          <a:p>
            <a:pPr algn="l" indent="0" marL="0">
              <a:spcBef>
                <a:spcPts val="1556"/>
              </a:spcBef>
              <a:spcAft>
                <a:spcPts val="1556"/>
              </a:spcAft>
              <a:buNone/>
            </a:pPr>
            <a:r>
              <a:rPr lang="en-US" sz="1875" b="1" dirty="0">
                <a:solidFill>
                  <a:srgbClr val="FF6F91"/>
                </a:solidFill>
                <a:latin typeface="Fredoka" pitchFamily="34" charset="0"/>
                <a:ea typeface="Fredoka" pitchFamily="34" charset="-122"/>
                <a:cs typeface="Fredoka" pitchFamily="34" charset="-120"/>
              </a:rPr>
              <a:t>Long adjectives</a:t>
            </a:r>
            <a:endParaRPr lang="en-US" sz="1875" dirty="0"/>
          </a:p>
        </p:txBody>
      </p:sp>
      <p:sp>
        <p:nvSpPr>
          <p:cNvPr id="30" name="Text 28"/>
          <p:cNvSpPr/>
          <p:nvPr/>
        </p:nvSpPr>
        <p:spPr>
          <a:xfrm>
            <a:off x="5318075" y="4080570"/>
            <a:ext cx="3233685" cy="533400"/>
          </a:xfrm>
          <a:prstGeom prst="rect">
            <a:avLst/>
          </a:prstGeom>
          <a:noFill/>
          <a:ln/>
        </p:spPr>
        <p:txBody>
          <a:bodyPr wrap="square" lIns="0" tIns="0" rIns="0" bIns="0" rtlCol="0" anchor="t"/>
          <a:lstStyle/>
          <a:p>
            <a:pPr algn="l" indent="0" marL="0">
              <a:spcBef>
                <a:spcPts val="1200"/>
              </a:spcBef>
              <a:spcAft>
                <a:spcPts val="1800"/>
              </a:spcAft>
              <a:buNone/>
            </a:pPr>
            <a:r>
              <a:rPr lang="en-US" sz="1800" dirty="0">
                <a:solidFill>
                  <a:srgbClr val="2B2552"/>
                </a:solidFill>
                <a:latin typeface="Nunito" pitchFamily="34" charset="0"/>
                <a:ea typeface="Nunito" pitchFamily="34" charset="-122"/>
                <a:cs typeface="Nunito" pitchFamily="34" charset="-120"/>
              </a:rPr>
              <a:t>interesting → </a:t>
            </a:r>
            <a:pPr algn="l" indent="0" marL="0">
              <a:spcBef>
                <a:spcPts val="1200"/>
              </a:spcBef>
              <a:spcAft>
                <a:spcPts val="1800"/>
              </a:spcAft>
              <a:buNone/>
            </a:pPr>
            <a:r>
              <a:rPr lang="en-US" sz="1800" b="1" dirty="0">
                <a:solidFill>
                  <a:srgbClr val="FF6F91"/>
                </a:solidFill>
                <a:latin typeface="Nunito" pitchFamily="34" charset="0"/>
                <a:ea typeface="Nunito" pitchFamily="34" charset="-122"/>
                <a:cs typeface="Nunito" pitchFamily="34" charset="-120"/>
              </a:rPr>
              <a:t>more interesting</a:t>
            </a:r>
            <a:endParaRPr lang="en-US" sz="1800" dirty="0"/>
          </a:p>
        </p:txBody>
      </p:sp>
      <p:sp>
        <p:nvSpPr>
          <p:cNvPr id="31" name="Text 29"/>
          <p:cNvSpPr/>
          <p:nvPr/>
        </p:nvSpPr>
        <p:spPr>
          <a:xfrm>
            <a:off x="5318075" y="4842570"/>
            <a:ext cx="3233685" cy="200025"/>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more + adjective + than</a:t>
            </a:r>
            <a:endParaRPr lang="en-US" sz="1350" dirty="0"/>
          </a:p>
        </p:txBody>
      </p:sp>
      <p:sp>
        <p:nvSpPr>
          <p:cNvPr id="32" name="Text 30"/>
          <p:cNvSpPr/>
          <p:nvPr/>
        </p:nvSpPr>
        <p:spPr>
          <a:xfrm>
            <a:off x="5318075" y="5214045"/>
            <a:ext cx="3233685" cy="419100"/>
          </a:xfrm>
          <a:prstGeom prst="rect">
            <a:avLst/>
          </a:prstGeom>
          <a:noFill/>
          <a:ln/>
        </p:spPr>
        <p:txBody>
          <a:bodyPr wrap="square" lIns="0" tIns="0" rIns="0" bIns="0" rtlCol="0" anchor="t"/>
          <a:lstStyle/>
          <a:p>
            <a:pPr algn="l" indent="0" marL="0">
              <a:spcBef>
                <a:spcPts val="1200"/>
              </a:spcBef>
              <a:spcAft>
                <a:spcPts val="1425"/>
              </a:spcAft>
              <a:buNone/>
            </a:pPr>
            <a:r>
              <a:rPr lang="en-US" sz="1425" b="1" dirty="0">
                <a:solidFill>
                  <a:srgbClr val="2B2552"/>
                </a:solidFill>
                <a:latin typeface="Nunito" pitchFamily="34" charset="0"/>
                <a:ea typeface="Nunito" pitchFamily="34" charset="-122"/>
                <a:cs typeface="Nunito" pitchFamily="34" charset="-120"/>
              </a:rPr>
              <a:t>Travel is more interesting than home.</a:t>
            </a:r>
            <a:endParaRPr lang="en-US" sz="1425" dirty="0"/>
          </a:p>
        </p:txBody>
      </p:sp>
      <p:sp>
        <p:nvSpPr>
          <p:cNvPr id="33" name="Text 31"/>
          <p:cNvSpPr/>
          <p:nvPr/>
        </p:nvSpPr>
        <p:spPr>
          <a:xfrm>
            <a:off x="9216926" y="3606701"/>
            <a:ext cx="3233842" cy="276225"/>
          </a:xfrm>
          <a:prstGeom prst="rect">
            <a:avLst/>
          </a:prstGeom>
          <a:noFill/>
          <a:ln/>
        </p:spPr>
        <p:txBody>
          <a:bodyPr wrap="square" lIns="0" tIns="0" rIns="0" bIns="0" rtlCol="0" anchor="t"/>
          <a:lstStyle/>
          <a:p>
            <a:pPr algn="l" indent="0" marL="0">
              <a:spcBef>
                <a:spcPts val="1556"/>
              </a:spcBef>
              <a:spcAft>
                <a:spcPts val="1556"/>
              </a:spcAft>
              <a:buNone/>
            </a:pPr>
            <a:r>
              <a:rPr lang="en-US" sz="1875" b="1" dirty="0">
                <a:solidFill>
                  <a:srgbClr val="B58400"/>
                </a:solidFill>
                <a:latin typeface="Fredoka" pitchFamily="34" charset="0"/>
                <a:ea typeface="Fredoka" pitchFamily="34" charset="-122"/>
                <a:cs typeface="Fredoka" pitchFamily="34" charset="-120"/>
              </a:rPr>
              <a:t>Irregular</a:t>
            </a:r>
            <a:endParaRPr lang="en-US" sz="1875" dirty="0"/>
          </a:p>
        </p:txBody>
      </p:sp>
      <p:sp>
        <p:nvSpPr>
          <p:cNvPr id="34" name="Text 32"/>
          <p:cNvSpPr/>
          <p:nvPr/>
        </p:nvSpPr>
        <p:spPr>
          <a:xfrm>
            <a:off x="9216926" y="4080570"/>
            <a:ext cx="3233842" cy="266700"/>
          </a:xfrm>
          <a:prstGeom prst="rect">
            <a:avLst/>
          </a:prstGeom>
          <a:noFill/>
          <a:ln/>
        </p:spPr>
        <p:txBody>
          <a:bodyPr wrap="square" lIns="0" tIns="0" rIns="0" bIns="0" rtlCol="0" anchor="t"/>
          <a:lstStyle/>
          <a:p>
            <a:pPr algn="l" indent="0" marL="0">
              <a:spcBef>
                <a:spcPts val="1200"/>
              </a:spcBef>
              <a:spcAft>
                <a:spcPts val="1800"/>
              </a:spcAft>
              <a:buNone/>
            </a:pPr>
            <a:r>
              <a:rPr lang="en-US" sz="1800" dirty="0">
                <a:solidFill>
                  <a:srgbClr val="2B2552"/>
                </a:solidFill>
                <a:latin typeface="Nunito" pitchFamily="34" charset="0"/>
                <a:ea typeface="Nunito" pitchFamily="34" charset="-122"/>
                <a:cs typeface="Nunito" pitchFamily="34" charset="-120"/>
              </a:rPr>
              <a:t>good → </a:t>
            </a:r>
            <a:pPr algn="l" indent="0" marL="0">
              <a:spcBef>
                <a:spcPts val="1200"/>
              </a:spcBef>
              <a:spcAft>
                <a:spcPts val="1800"/>
              </a:spcAft>
              <a:buNone/>
            </a:pPr>
            <a:r>
              <a:rPr lang="en-US" sz="1800" b="1" dirty="0">
                <a:solidFill>
                  <a:srgbClr val="B58400"/>
                </a:solidFill>
                <a:latin typeface="Nunito" pitchFamily="34" charset="0"/>
                <a:ea typeface="Nunito" pitchFamily="34" charset="-122"/>
                <a:cs typeface="Nunito" pitchFamily="34" charset="-120"/>
              </a:rPr>
              <a:t>better</a:t>
            </a:r>
            <a:endParaRPr lang="en-US" sz="1800" dirty="0"/>
          </a:p>
        </p:txBody>
      </p:sp>
      <p:sp>
        <p:nvSpPr>
          <p:cNvPr id="35" name="Text 33"/>
          <p:cNvSpPr/>
          <p:nvPr/>
        </p:nvSpPr>
        <p:spPr>
          <a:xfrm>
            <a:off x="9216926" y="4575870"/>
            <a:ext cx="3233842" cy="200025"/>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bad → worse · far → farther</a:t>
            </a:r>
            <a:endParaRPr lang="en-US" sz="1350" dirty="0"/>
          </a:p>
        </p:txBody>
      </p:sp>
      <p:sp>
        <p:nvSpPr>
          <p:cNvPr id="36" name="Text 34"/>
          <p:cNvSpPr/>
          <p:nvPr/>
        </p:nvSpPr>
        <p:spPr>
          <a:xfrm>
            <a:off x="9216926" y="4947345"/>
            <a:ext cx="3233842" cy="209550"/>
          </a:xfrm>
          <a:prstGeom prst="rect">
            <a:avLst/>
          </a:prstGeom>
          <a:noFill/>
          <a:ln/>
        </p:spPr>
        <p:txBody>
          <a:bodyPr wrap="square" lIns="0" tIns="0" rIns="0" bIns="0" rtlCol="0" anchor="t"/>
          <a:lstStyle/>
          <a:p>
            <a:pPr algn="l" indent="0" marL="0">
              <a:spcBef>
                <a:spcPts val="1200"/>
              </a:spcBef>
              <a:spcAft>
                <a:spcPts val="1425"/>
              </a:spcAft>
              <a:buNone/>
            </a:pPr>
            <a:r>
              <a:rPr lang="en-US" sz="1425" b="1" dirty="0">
                <a:solidFill>
                  <a:srgbClr val="2B2552"/>
                </a:solidFill>
                <a:latin typeface="Nunito" pitchFamily="34" charset="0"/>
                <a:ea typeface="Nunito" pitchFamily="34" charset="-122"/>
                <a:cs typeface="Nunito" pitchFamily="34" charset="-120"/>
              </a:rPr>
              <a:t>Tea is better than coffee.</a:t>
            </a:r>
            <a:endParaRPr lang="en-US" sz="1425" dirty="0"/>
          </a:p>
        </p:txBody>
      </p:sp>
      <p:sp>
        <p:nvSpPr>
          <p:cNvPr id="37" name="Text 35"/>
          <p:cNvSpPr/>
          <p:nvPr/>
        </p:nvSpPr>
        <p:spPr>
          <a:xfrm>
            <a:off x="1457325" y="6680895"/>
            <a:ext cx="1119202"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FAST VOTE</a:t>
            </a:r>
            <a:endParaRPr lang="en-US" sz="1050" dirty="0"/>
          </a:p>
        </p:txBody>
      </p:sp>
      <p:sp>
        <p:nvSpPr>
          <p:cNvPr id="38" name="Text 36"/>
          <p:cNvSpPr/>
          <p:nvPr/>
        </p:nvSpPr>
        <p:spPr>
          <a:xfrm>
            <a:off x="1457325" y="6919020"/>
            <a:ext cx="11431429" cy="285750"/>
          </a:xfrm>
          <a:prstGeom prst="rect">
            <a:avLst/>
          </a:prstGeom>
          <a:noFill/>
          <a:ln/>
        </p:spPr>
        <p:txBody>
          <a:bodyPr wrap="square" lIns="0" tIns="0" rIns="0" bIns="0" rtlCol="0" anchor="t"/>
          <a:lstStyle/>
          <a:p>
            <a:pPr algn="l" indent="0" marL="0">
              <a:spcBef>
                <a:spcPts val="600"/>
              </a:spcBef>
              <a:spcAft>
                <a:spcPts val="1575"/>
              </a:spcAft>
              <a:buNone/>
            </a:pPr>
            <a:r>
              <a:rPr lang="en-US" sz="1575" dirty="0">
                <a:solidFill>
                  <a:srgbClr val="2B2552"/>
                </a:solidFill>
                <a:latin typeface="Nunito" pitchFamily="34" charset="0"/>
                <a:ea typeface="Nunito" pitchFamily="34" charset="-122"/>
                <a:cs typeface="Nunito" pitchFamily="34" charset="-120"/>
              </a:rPr>
              <a:t>Which is </a:t>
            </a:r>
            <a:pPr algn="l" indent="0" marL="0">
              <a:spcBef>
                <a:spcPts val="600"/>
              </a:spcBef>
              <a:spcAft>
                <a:spcPts val="1575"/>
              </a:spcAft>
              <a:buNone/>
            </a:pPr>
            <a:r>
              <a:rPr lang="en-US" sz="1575" b="1" dirty="0">
                <a:solidFill>
                  <a:srgbClr val="2B2552"/>
                </a:solidFill>
                <a:latin typeface="Nunito" pitchFamily="34" charset="0"/>
                <a:ea typeface="Nunito" pitchFamily="34" charset="-122"/>
                <a:cs typeface="Nunito" pitchFamily="34" charset="-120"/>
              </a:rPr>
              <a:t>more relaxing</a:t>
            </a:r>
            <a:pPr algn="l" indent="0" marL="0">
              <a:spcBef>
                <a:spcPts val="600"/>
              </a:spcBef>
              <a:spcAft>
                <a:spcPts val="1575"/>
              </a:spcAft>
              <a:buNone/>
            </a:pPr>
            <a:r>
              <a:rPr lang="en-US" sz="1575" dirty="0">
                <a:solidFill>
                  <a:srgbClr val="2B2552"/>
                </a:solidFill>
                <a:latin typeface="Nunito" pitchFamily="34" charset="0"/>
                <a:ea typeface="Nunito" pitchFamily="34" charset="-122"/>
                <a:cs typeface="Nunito" pitchFamily="34" charset="-120"/>
              </a:rPr>
              <a:t>: a beach holiday 🏖️ or a mountain holiday ⛰️? Give </a:t>
            </a:r>
            <a:pPr algn="l" indent="0" marL="0">
              <a:spcBef>
                <a:spcPts val="600"/>
              </a:spcBef>
              <a:spcAft>
                <a:spcPts val="1575"/>
              </a:spcAft>
              <a:buNone/>
            </a:pPr>
            <a:r>
              <a:rPr lang="en-US" sz="1575" b="1" dirty="0">
                <a:solidFill>
                  <a:srgbClr val="2B2552"/>
                </a:solidFill>
                <a:latin typeface="Nunito" pitchFamily="34" charset="0"/>
                <a:ea typeface="Nunito" pitchFamily="34" charset="-122"/>
                <a:cs typeface="Nunito" pitchFamily="34" charset="-120"/>
              </a:rPr>
              <a:t>one reason</a:t>
            </a:r>
            <a:pPr algn="l" indent="0" marL="0">
              <a:spcBef>
                <a:spcPts val="600"/>
              </a:spcBef>
              <a:spcAft>
                <a:spcPts val="1575"/>
              </a:spcAft>
              <a:buNone/>
            </a:pPr>
            <a:r>
              <a:rPr lang="en-US" sz="1575" dirty="0">
                <a:solidFill>
                  <a:srgbClr val="2B2552"/>
                </a:solidFill>
                <a:latin typeface="Nunito" pitchFamily="34" charset="0"/>
                <a:ea typeface="Nunito" pitchFamily="34" charset="-122"/>
                <a:cs typeface="Nunito" pitchFamily="34" charset="-120"/>
              </a:rPr>
              <a:t>!</a:t>
            </a:r>
            <a:endParaRPr lang="en-US" sz="15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95250" y="6191250"/>
            <a:ext cx="1428750" cy="1428750"/>
          </a:xfrm>
          <a:prstGeom prst="roundRect">
            <a:avLst>
              <a:gd name="adj" fmla="val 666000"/>
            </a:avLst>
          </a:prstGeom>
          <a:solidFill>
            <a:srgbClr val="FFC83D"/>
          </a:solidFill>
          <a:ln/>
        </p:spPr>
      </p:sp>
      <p:sp>
        <p:nvSpPr>
          <p:cNvPr id="4" name="Shape 2"/>
          <p:cNvSpPr/>
          <p:nvPr/>
        </p:nvSpPr>
        <p:spPr>
          <a:xfrm>
            <a:off x="1771650" y="3056632"/>
            <a:ext cx="4591050" cy="2466975"/>
          </a:xfrm>
          <a:prstGeom prst="roundRect">
            <a:avLst>
              <a:gd name="adj" fmla="val 10039"/>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7353300" y="3056632"/>
            <a:ext cx="4591050" cy="2466975"/>
          </a:xfrm>
          <a:prstGeom prst="roundRect">
            <a:avLst>
              <a:gd name="adj" fmla="val 10039"/>
            </a:avLst>
          </a:prstGeom>
          <a:solidFill>
            <a:srgbClr val="FFFFFF"/>
          </a:solidFill>
          <a:ln/>
          <a:effectLst>
            <a:outerShdw sx="100000" sy="100000" kx="0" ky="0" algn="bl" rotWithShape="0" blurRad="285750" dist="133350" dir="5400000">
              <a:srgbClr val="FF6F91">
                <a:alpha val="18000"/>
              </a:srgbClr>
            </a:outerShdw>
          </a:effectLst>
        </p:spPr>
      </p:sp>
      <p:sp>
        <p:nvSpPr>
          <p:cNvPr id="6" name="Shape 4"/>
          <p:cNvSpPr/>
          <p:nvPr/>
        </p:nvSpPr>
        <p:spPr>
          <a:xfrm>
            <a:off x="1123950" y="5828407"/>
            <a:ext cx="5638800" cy="952500"/>
          </a:xfrm>
          <a:prstGeom prst="roundRect">
            <a:avLst>
              <a:gd name="adj" fmla="val 16000"/>
            </a:avLst>
          </a:prstGeom>
          <a:solidFill>
            <a:srgbClr val="FFFFFF"/>
          </a:solidFill>
          <a:ln/>
        </p:spPr>
      </p:sp>
      <p:sp>
        <p:nvSpPr>
          <p:cNvPr id="7" name="Shape 5"/>
          <p:cNvSpPr/>
          <p:nvPr/>
        </p:nvSpPr>
        <p:spPr>
          <a:xfrm>
            <a:off x="6953250" y="5828407"/>
            <a:ext cx="5638800" cy="952500"/>
          </a:xfrm>
          <a:prstGeom prst="roundRect">
            <a:avLst>
              <a:gd name="adj" fmla="val 16000"/>
            </a:avLst>
          </a:prstGeom>
          <a:solidFill>
            <a:srgbClr val="FFFFFF"/>
          </a:solidFill>
          <a:ln/>
        </p:spPr>
      </p:sp>
      <p:sp>
        <p:nvSpPr>
          <p:cNvPr id="8" name="Shape 6"/>
          <p:cNvSpPr/>
          <p:nvPr/>
        </p:nvSpPr>
        <p:spPr>
          <a:xfrm>
            <a:off x="1116179" y="6947610"/>
            <a:ext cx="11483641" cy="1190595"/>
          </a:xfrm>
          <a:prstGeom prst="roundRect">
            <a:avLst>
              <a:gd name="adj" fmla="val 12800"/>
            </a:avLst>
          </a:prstGeom>
          <a:solidFill>
            <a:srgbClr val="FFF4CC"/>
          </a:solidFill>
          <a:ln w="19050">
            <a:solidFill>
              <a:srgbClr val="F2C94C"/>
            </a:solidFill>
            <a:prstDash val="solid"/>
          </a:ln>
        </p:spPr>
      </p:sp>
      <p:sp>
        <p:nvSpPr>
          <p:cNvPr id="9" name="Shape 7"/>
          <p:cNvSpPr/>
          <p:nvPr/>
        </p:nvSpPr>
        <p:spPr>
          <a:xfrm>
            <a:off x="1123950" y="8266807"/>
            <a:ext cx="11468100" cy="1114425"/>
          </a:xfrm>
          <a:prstGeom prst="roundRect">
            <a:avLst>
              <a:gd name="adj" fmla="val 15385"/>
            </a:avLst>
          </a:prstGeom>
          <a:solidFill>
            <a:srgbClr val="E8FBF4"/>
          </a:solidFill>
          <a:ln/>
        </p:spPr>
      </p:sp>
      <p:sp>
        <p:nvSpPr>
          <p:cNvPr id="10" name="Shape 8"/>
          <p:cNvSpPr/>
          <p:nvPr/>
        </p:nvSpPr>
        <p:spPr>
          <a:xfrm>
            <a:off x="1771650" y="3099495"/>
            <a:ext cx="4591050" cy="0"/>
          </a:xfrm>
          <a:prstGeom prst="line">
            <a:avLst/>
          </a:prstGeom>
          <a:noFill/>
          <a:ln w="85725">
            <a:solidFill>
              <a:srgbClr val="7C5CFC"/>
            </a:solidFill>
            <a:prstDash val="solid"/>
          </a:ln>
        </p:spPr>
      </p:sp>
      <p:sp>
        <p:nvSpPr>
          <p:cNvPr id="11" name="Shape 9"/>
          <p:cNvSpPr/>
          <p:nvPr/>
        </p:nvSpPr>
        <p:spPr>
          <a:xfrm>
            <a:off x="6348413" y="3056632"/>
            <a:ext cx="0" cy="2466975"/>
          </a:xfrm>
          <a:prstGeom prst="line">
            <a:avLst/>
          </a:prstGeom>
          <a:noFill/>
          <a:ln w="28575">
            <a:solidFill>
              <a:srgbClr val="EFE7FF"/>
            </a:solidFill>
            <a:prstDash val="solid"/>
          </a:ln>
        </p:spPr>
      </p:sp>
      <p:sp>
        <p:nvSpPr>
          <p:cNvPr id="12" name="Shape 10"/>
          <p:cNvSpPr/>
          <p:nvPr/>
        </p:nvSpPr>
        <p:spPr>
          <a:xfrm>
            <a:off x="1771650" y="5509320"/>
            <a:ext cx="4591050" cy="0"/>
          </a:xfrm>
          <a:prstGeom prst="line">
            <a:avLst/>
          </a:prstGeom>
          <a:noFill/>
          <a:ln w="28575">
            <a:solidFill>
              <a:srgbClr val="EFE7FF"/>
            </a:solidFill>
            <a:prstDash val="solid"/>
          </a:ln>
        </p:spPr>
      </p:sp>
      <p:sp>
        <p:nvSpPr>
          <p:cNvPr id="13" name="Shape 11"/>
          <p:cNvSpPr/>
          <p:nvPr/>
        </p:nvSpPr>
        <p:spPr>
          <a:xfrm>
            <a:off x="1785938" y="3056632"/>
            <a:ext cx="0" cy="2466975"/>
          </a:xfrm>
          <a:prstGeom prst="line">
            <a:avLst/>
          </a:prstGeom>
          <a:noFill/>
          <a:ln w="28575">
            <a:solidFill>
              <a:srgbClr val="EFE7FF"/>
            </a:solidFill>
            <a:prstDash val="solid"/>
          </a:ln>
        </p:spPr>
      </p:sp>
      <p:sp>
        <p:nvSpPr>
          <p:cNvPr id="14" name="Shape 12"/>
          <p:cNvSpPr/>
          <p:nvPr/>
        </p:nvSpPr>
        <p:spPr>
          <a:xfrm>
            <a:off x="7353300" y="3099495"/>
            <a:ext cx="4591050" cy="0"/>
          </a:xfrm>
          <a:prstGeom prst="line">
            <a:avLst/>
          </a:prstGeom>
          <a:noFill/>
          <a:ln w="85725">
            <a:solidFill>
              <a:srgbClr val="FF6F91"/>
            </a:solidFill>
            <a:prstDash val="solid"/>
          </a:ln>
        </p:spPr>
      </p:sp>
      <p:sp>
        <p:nvSpPr>
          <p:cNvPr id="15" name="Shape 13"/>
          <p:cNvSpPr/>
          <p:nvPr/>
        </p:nvSpPr>
        <p:spPr>
          <a:xfrm>
            <a:off x="11930063" y="3056632"/>
            <a:ext cx="0" cy="2466975"/>
          </a:xfrm>
          <a:prstGeom prst="line">
            <a:avLst/>
          </a:prstGeom>
          <a:noFill/>
          <a:ln w="28575">
            <a:solidFill>
              <a:srgbClr val="EFE7FF"/>
            </a:solidFill>
            <a:prstDash val="solid"/>
          </a:ln>
        </p:spPr>
      </p:sp>
      <p:sp>
        <p:nvSpPr>
          <p:cNvPr id="16" name="Shape 14"/>
          <p:cNvSpPr/>
          <p:nvPr/>
        </p:nvSpPr>
        <p:spPr>
          <a:xfrm>
            <a:off x="7353300" y="5509320"/>
            <a:ext cx="4591050" cy="0"/>
          </a:xfrm>
          <a:prstGeom prst="line">
            <a:avLst/>
          </a:prstGeom>
          <a:noFill/>
          <a:ln w="28575">
            <a:solidFill>
              <a:srgbClr val="EFE7FF"/>
            </a:solidFill>
            <a:prstDash val="solid"/>
          </a:ln>
        </p:spPr>
      </p:sp>
      <p:sp>
        <p:nvSpPr>
          <p:cNvPr id="17" name="Shape 15"/>
          <p:cNvSpPr/>
          <p:nvPr/>
        </p:nvSpPr>
        <p:spPr>
          <a:xfrm>
            <a:off x="7367587" y="3056632"/>
            <a:ext cx="0" cy="2466975"/>
          </a:xfrm>
          <a:prstGeom prst="line">
            <a:avLst/>
          </a:prstGeom>
          <a:noFill/>
          <a:ln w="28575">
            <a:solidFill>
              <a:srgbClr val="EFE7FF"/>
            </a:solidFill>
            <a:prstDash val="solid"/>
          </a:ln>
        </p:spPr>
      </p:sp>
      <p:sp>
        <p:nvSpPr>
          <p:cNvPr id="18" name="Shape 16"/>
          <p:cNvSpPr/>
          <p:nvPr/>
        </p:nvSpPr>
        <p:spPr>
          <a:xfrm>
            <a:off x="1166813" y="8266807"/>
            <a:ext cx="0" cy="1114425"/>
          </a:xfrm>
          <a:prstGeom prst="line">
            <a:avLst/>
          </a:prstGeom>
          <a:noFill/>
          <a:ln w="85725">
            <a:solidFill>
              <a:srgbClr val="2FD0A8"/>
            </a:solidFill>
            <a:prstDash val="solid"/>
          </a:ln>
        </p:spPr>
      </p:sp>
      <p:sp>
        <p:nvSpPr>
          <p:cNvPr id="19" name="Text 17"/>
          <p:cNvSpPr/>
          <p:nvPr/>
        </p:nvSpPr>
        <p:spPr>
          <a:xfrm>
            <a:off x="1123950" y="1123950"/>
            <a:ext cx="3370265" cy="295275"/>
          </a:xfrm>
          <a:prstGeom prst="rect">
            <a:avLst/>
          </a:prstGeom>
          <a:noFill/>
          <a:ln/>
        </p:spPr>
        <p:txBody>
          <a:bodyPr wrap="square" lIns="171450" tIns="66675" rIns="171450" bIns="66675" rtlCol="0" anchor="t"/>
          <a:lstStyle/>
          <a:p>
            <a:pPr algn="l" indent="0" marL="0">
              <a:buNone/>
            </a:pPr>
            <a:r>
              <a:rPr lang="en-US" sz="1125" b="1" dirty="0">
                <a:solidFill>
                  <a:srgbClr val="B58400"/>
                </a:solidFill>
                <a:latin typeface="Fredoka" pitchFamily="34" charset="0"/>
                <a:ea typeface="Fredoka" pitchFamily="34" charset="-122"/>
                <a:cs typeface="Fredoka" pitchFamily="34" charset="-120"/>
              </a:rPr>
              <a:t>GRAMMAR 7 · FIRST CONDITIONAL</a:t>
            </a:r>
            <a:endParaRPr lang="en-US" sz="1125" dirty="0"/>
          </a:p>
        </p:txBody>
      </p:sp>
      <p:sp>
        <p:nvSpPr>
          <p:cNvPr id="20" name="Text 18"/>
          <p:cNvSpPr/>
          <p:nvPr/>
        </p:nvSpPr>
        <p:spPr>
          <a:xfrm>
            <a:off x="1123950" y="1533525"/>
            <a:ext cx="5742593" cy="515094"/>
          </a:xfrm>
          <a:prstGeom prst="rect">
            <a:avLst/>
          </a:prstGeom>
          <a:noFill/>
          <a:ln/>
        </p:spPr>
        <p:txBody>
          <a:bodyPr wrap="square" lIns="0" tIns="0" rIns="0" bIns="0" rtlCol="0" anchor="t"/>
          <a:lstStyle/>
          <a:p>
            <a:pPr algn="l" indent="0" marL="0">
              <a:lnSpc>
                <a:spcPts val="4056"/>
              </a:lnSpc>
              <a:spcBef>
                <a:spcPts val="900"/>
              </a:spcBef>
              <a:spcAft>
                <a:spcPts val="2613"/>
              </a:spcAft>
              <a:buNone/>
            </a:pPr>
            <a:r>
              <a:rPr lang="en-US" sz="3900" b="1" dirty="0">
                <a:solidFill>
                  <a:srgbClr val="2B2552"/>
                </a:solidFill>
                <a:latin typeface="Fredoka" pitchFamily="34" charset="0"/>
                <a:ea typeface="Fredoka" pitchFamily="34" charset="-122"/>
                <a:cs typeface="Fredoka" pitchFamily="34" charset="-120"/>
              </a:rPr>
              <a:t>Real Future Results 🔗</a:t>
            </a:r>
            <a:endParaRPr lang="en-US" sz="3900" dirty="0"/>
          </a:p>
        </p:txBody>
      </p:sp>
      <p:sp>
        <p:nvSpPr>
          <p:cNvPr id="21" name="Text 19"/>
          <p:cNvSpPr/>
          <p:nvPr/>
        </p:nvSpPr>
        <p:spPr>
          <a:xfrm rot="21420000">
            <a:off x="11632332" y="1556891"/>
            <a:ext cx="1010126" cy="390525"/>
          </a:xfrm>
          <a:prstGeom prst="rect">
            <a:avLst/>
          </a:prstGeom>
          <a:noFill/>
          <a:ln/>
        </p:spPr>
        <p:txBody>
          <a:bodyPr wrap="square" lIns="190500" tIns="95250" rIns="190500" bIns="95250" rtlCol="0" anchor="t"/>
          <a:lstStyle/>
          <a:p>
            <a:pPr algn="l" indent="0" marL="0">
              <a:buNone/>
            </a:pPr>
            <a:r>
              <a:rPr lang="en-US" sz="1350" b="1" dirty="0">
                <a:solidFill>
                  <a:srgbClr val="2B2552"/>
                </a:solidFill>
                <a:latin typeface="Fredoka" pitchFamily="34" charset="0"/>
                <a:ea typeface="Fredoka" pitchFamily="34" charset="-122"/>
                <a:cs typeface="Fredoka" pitchFamily="34" charset="-120"/>
              </a:rPr>
              <a:t>If + will</a:t>
            </a:r>
            <a:endParaRPr lang="en-US" sz="1350" dirty="0"/>
          </a:p>
        </p:txBody>
      </p:sp>
      <p:sp>
        <p:nvSpPr>
          <p:cNvPr id="22" name="Text 20"/>
          <p:cNvSpPr/>
          <p:nvPr/>
        </p:nvSpPr>
        <p:spPr>
          <a:xfrm>
            <a:off x="1123950" y="2494657"/>
            <a:ext cx="12041505"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5B5478"/>
                </a:solidFill>
                <a:latin typeface="Nunito" pitchFamily="34" charset="0"/>
                <a:ea typeface="Nunito" pitchFamily="34" charset="-122"/>
                <a:cs typeface="Nunito" pitchFamily="34" charset="-120"/>
              </a:rPr>
              <a:t>Use the First Conditional for a possible future situation and its result.</a:t>
            </a:r>
            <a:endParaRPr lang="en-US" sz="1500" dirty="0"/>
          </a:p>
        </p:txBody>
      </p:sp>
      <p:sp>
        <p:nvSpPr>
          <p:cNvPr id="23" name="Text 21"/>
          <p:cNvSpPr/>
          <p:nvPr/>
        </p:nvSpPr>
        <p:spPr>
          <a:xfrm>
            <a:off x="1966912" y="3561457"/>
            <a:ext cx="4200525" cy="171450"/>
          </a:xfrm>
          <a:prstGeom prst="rect">
            <a:avLst/>
          </a:prstGeom>
          <a:noFill/>
          <a:ln/>
        </p:spPr>
        <p:txBody>
          <a:bodyPr wrap="square" lIns="0" tIns="0" rIns="0" bIns="0" rtlCol="0" anchor="t"/>
          <a:lstStyle/>
          <a:p>
            <a:pPr algn="ctr" indent="0" marL="0">
              <a:spcBef>
                <a:spcPts val="1200"/>
              </a:spcBef>
              <a:spcAft>
                <a:spcPts val="1200"/>
              </a:spcAft>
              <a:buNone/>
            </a:pPr>
            <a:r>
              <a:rPr lang="en-US" sz="1200" b="1" dirty="0">
                <a:solidFill>
                  <a:srgbClr val="7C5CFC"/>
                </a:solidFill>
                <a:latin typeface="Fredoka" pitchFamily="34" charset="0"/>
                <a:ea typeface="Fredoka" pitchFamily="34" charset="-122"/>
                <a:cs typeface="Fredoka" pitchFamily="34" charset="-120"/>
              </a:rPr>
              <a:t>POSSIBLE CONDITION</a:t>
            </a:r>
            <a:endParaRPr lang="en-US" sz="1200" dirty="0"/>
          </a:p>
        </p:txBody>
      </p:sp>
      <p:sp>
        <p:nvSpPr>
          <p:cNvPr id="24" name="Text 22"/>
          <p:cNvSpPr/>
          <p:nvPr/>
        </p:nvSpPr>
        <p:spPr>
          <a:xfrm>
            <a:off x="1966912" y="3999607"/>
            <a:ext cx="4200525" cy="304800"/>
          </a:xfrm>
          <a:prstGeom prst="rect">
            <a:avLst/>
          </a:prstGeom>
          <a:noFill/>
          <a:ln/>
        </p:spPr>
        <p:txBody>
          <a:bodyPr wrap="square" lIns="0" tIns="0" rIns="0" bIns="0" rtlCol="0" anchor="t"/>
          <a:lstStyle/>
          <a:p>
            <a:pPr algn="ctr" indent="0" marL="0">
              <a:spcBef>
                <a:spcPts val="2100"/>
              </a:spcBef>
              <a:spcAft>
                <a:spcPts val="2100"/>
              </a:spcAft>
              <a:buNone/>
            </a:pPr>
            <a:r>
              <a:rPr lang="en-US" sz="2100" b="1" dirty="0">
                <a:solidFill>
                  <a:srgbClr val="2B2552"/>
                </a:solidFill>
                <a:latin typeface="Nunito" pitchFamily="34" charset="0"/>
                <a:ea typeface="Nunito" pitchFamily="34" charset="-122"/>
                <a:cs typeface="Nunito" pitchFamily="34" charset="-120"/>
              </a:rPr>
              <a:t>If + Present Simple</a:t>
            </a:r>
            <a:endParaRPr lang="en-US" sz="2100" dirty="0"/>
          </a:p>
        </p:txBody>
      </p:sp>
      <p:sp>
        <p:nvSpPr>
          <p:cNvPr id="25" name="Text 23"/>
          <p:cNvSpPr/>
          <p:nvPr/>
        </p:nvSpPr>
        <p:spPr>
          <a:xfrm>
            <a:off x="1966912" y="4571107"/>
            <a:ext cx="4200525" cy="228600"/>
          </a:xfrm>
          <a:prstGeom prst="rect">
            <a:avLst/>
          </a:prstGeom>
          <a:noFill/>
          <a:ln/>
        </p:spPr>
        <p:txBody>
          <a:bodyPr wrap="square" lIns="0" tIns="0" rIns="0" bIns="0" rtlCol="0" anchor="t"/>
          <a:lstStyle/>
          <a:p>
            <a:pPr algn="ctr" indent="0" marL="0">
              <a:spcBef>
                <a:spcPts val="1575"/>
              </a:spcBef>
              <a:spcAft>
                <a:spcPts val="1575"/>
              </a:spcAft>
              <a:buNone/>
            </a:pPr>
            <a:r>
              <a:rPr lang="en-US" sz="1575" b="1" dirty="0">
                <a:solidFill>
                  <a:srgbClr val="2B2552"/>
                </a:solidFill>
                <a:latin typeface="Nunito" pitchFamily="34" charset="0"/>
                <a:ea typeface="Nunito" pitchFamily="34" charset="-122"/>
                <a:cs typeface="Nunito" pitchFamily="34" charset="-120"/>
              </a:rPr>
              <a:t>If it</a:t>
            </a:r>
            <a:endParaRPr lang="en-US" sz="1575" dirty="0"/>
          </a:p>
        </p:txBody>
      </p:sp>
      <p:sp>
        <p:nvSpPr>
          <p:cNvPr id="26" name="Text 24"/>
          <p:cNvSpPr/>
          <p:nvPr/>
        </p:nvSpPr>
        <p:spPr>
          <a:xfrm>
            <a:off x="6591300" y="3980557"/>
            <a:ext cx="560070" cy="619125"/>
          </a:xfrm>
          <a:prstGeom prst="rect">
            <a:avLst/>
          </a:prstGeom>
          <a:noFill/>
          <a:ln/>
        </p:spPr>
        <p:txBody>
          <a:bodyPr wrap="square" lIns="0" tIns="0" rIns="0" bIns="0" rtlCol="0" anchor="t"/>
          <a:lstStyle/>
          <a:p>
            <a:pPr algn="l" indent="0" marL="0">
              <a:spcBef>
                <a:spcPts val="4200"/>
              </a:spcBef>
              <a:spcAft>
                <a:spcPts val="4200"/>
              </a:spcAft>
              <a:buNone/>
            </a:pPr>
            <a:r>
              <a:rPr lang="en-US" sz="4200" dirty="0">
                <a:solidFill>
                  <a:srgbClr val="FFC83D"/>
                </a:solidFill>
                <a:latin typeface="Fredoka" pitchFamily="34" charset="0"/>
                <a:ea typeface="Fredoka" pitchFamily="34" charset="-122"/>
                <a:cs typeface="Fredoka" pitchFamily="34" charset="-120"/>
              </a:rPr>
              <a:t>→</a:t>
            </a:r>
            <a:endParaRPr lang="en-US" sz="4200" dirty="0"/>
          </a:p>
        </p:txBody>
      </p:sp>
      <p:sp>
        <p:nvSpPr>
          <p:cNvPr id="27" name="Text 25"/>
          <p:cNvSpPr/>
          <p:nvPr/>
        </p:nvSpPr>
        <p:spPr>
          <a:xfrm>
            <a:off x="7548563" y="3561457"/>
            <a:ext cx="4200525" cy="171450"/>
          </a:xfrm>
          <a:prstGeom prst="rect">
            <a:avLst/>
          </a:prstGeom>
          <a:noFill/>
          <a:ln/>
        </p:spPr>
        <p:txBody>
          <a:bodyPr wrap="square" lIns="0" tIns="0" rIns="0" bIns="0" rtlCol="0" anchor="t"/>
          <a:lstStyle/>
          <a:p>
            <a:pPr algn="ctr" indent="0" marL="0">
              <a:spcBef>
                <a:spcPts val="1200"/>
              </a:spcBef>
              <a:spcAft>
                <a:spcPts val="1200"/>
              </a:spcAft>
              <a:buNone/>
            </a:pPr>
            <a:r>
              <a:rPr lang="en-US" sz="1200" b="1" dirty="0">
                <a:solidFill>
                  <a:srgbClr val="FF6F91"/>
                </a:solidFill>
                <a:latin typeface="Fredoka" pitchFamily="34" charset="0"/>
                <a:ea typeface="Fredoka" pitchFamily="34" charset="-122"/>
                <a:cs typeface="Fredoka" pitchFamily="34" charset="-120"/>
              </a:rPr>
              <a:t>FUTURE RESULT</a:t>
            </a:r>
            <a:endParaRPr lang="en-US" sz="1200" dirty="0"/>
          </a:p>
        </p:txBody>
      </p:sp>
      <p:sp>
        <p:nvSpPr>
          <p:cNvPr id="28" name="Text 26"/>
          <p:cNvSpPr/>
          <p:nvPr/>
        </p:nvSpPr>
        <p:spPr>
          <a:xfrm>
            <a:off x="7548563" y="3999607"/>
            <a:ext cx="4200525" cy="304800"/>
          </a:xfrm>
          <a:prstGeom prst="rect">
            <a:avLst/>
          </a:prstGeom>
          <a:noFill/>
          <a:ln/>
        </p:spPr>
        <p:txBody>
          <a:bodyPr wrap="square" lIns="0" tIns="0" rIns="0" bIns="0" rtlCol="0" anchor="t"/>
          <a:lstStyle/>
          <a:p>
            <a:pPr algn="ctr" indent="0" marL="0">
              <a:spcBef>
                <a:spcPts val="2100"/>
              </a:spcBef>
              <a:spcAft>
                <a:spcPts val="2100"/>
              </a:spcAft>
              <a:buNone/>
            </a:pPr>
            <a:r>
              <a:rPr lang="en-US" sz="2100" b="1" dirty="0">
                <a:solidFill>
                  <a:srgbClr val="2B2552"/>
                </a:solidFill>
                <a:latin typeface="Nunito" pitchFamily="34" charset="0"/>
                <a:ea typeface="Nunito" pitchFamily="34" charset="-122"/>
                <a:cs typeface="Nunito" pitchFamily="34" charset="-120"/>
              </a:rPr>
              <a:t>will + base verb</a:t>
            </a:r>
            <a:endParaRPr lang="en-US" sz="2100" dirty="0"/>
          </a:p>
        </p:txBody>
      </p:sp>
      <p:sp>
        <p:nvSpPr>
          <p:cNvPr id="29" name="Text 27"/>
          <p:cNvSpPr/>
          <p:nvPr/>
        </p:nvSpPr>
        <p:spPr>
          <a:xfrm>
            <a:off x="7548563" y="4571107"/>
            <a:ext cx="4200525" cy="228600"/>
          </a:xfrm>
          <a:prstGeom prst="rect">
            <a:avLst/>
          </a:prstGeom>
          <a:noFill/>
          <a:ln/>
        </p:spPr>
        <p:txBody>
          <a:bodyPr wrap="square" lIns="0" tIns="0" rIns="0" bIns="0" rtlCol="0" anchor="t"/>
          <a:lstStyle/>
          <a:p>
            <a:pPr algn="ctr" indent="0" marL="0">
              <a:spcBef>
                <a:spcPts val="1575"/>
              </a:spcBef>
              <a:spcAft>
                <a:spcPts val="1575"/>
              </a:spcAft>
              <a:buNone/>
            </a:pPr>
            <a:r>
              <a:rPr lang="en-US" sz="1575" b="1" dirty="0">
                <a:solidFill>
                  <a:srgbClr val="2B2552"/>
                </a:solidFill>
                <a:latin typeface="Nunito" pitchFamily="34" charset="0"/>
                <a:ea typeface="Nunito" pitchFamily="34" charset="-122"/>
                <a:cs typeface="Nunito" pitchFamily="34" charset="-120"/>
              </a:rPr>
              <a:t>… we</a:t>
            </a:r>
            <a:endParaRPr lang="en-US" sz="1575" dirty="0"/>
          </a:p>
        </p:txBody>
      </p:sp>
      <p:sp>
        <p:nvSpPr>
          <p:cNvPr id="30" name="Text 28"/>
          <p:cNvSpPr/>
          <p:nvPr/>
        </p:nvSpPr>
        <p:spPr>
          <a:xfrm>
            <a:off x="1314450" y="6199882"/>
            <a:ext cx="5520690" cy="209550"/>
          </a:xfrm>
          <a:prstGeom prst="rect">
            <a:avLst/>
          </a:prstGeom>
          <a:noFill/>
          <a:ln/>
        </p:spPr>
        <p:txBody>
          <a:bodyPr wrap="square" lIns="0" tIns="0" rIns="0" bIns="0" rtlCol="0" anchor="t"/>
          <a:lstStyle/>
          <a:p>
            <a:pPr algn="l"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If the weather is mild, we’ll go cycling.</a:t>
            </a:r>
            <a:endParaRPr lang="en-US" sz="1425" dirty="0"/>
          </a:p>
        </p:txBody>
      </p:sp>
      <p:sp>
        <p:nvSpPr>
          <p:cNvPr id="31" name="Text 29"/>
          <p:cNvSpPr/>
          <p:nvPr/>
        </p:nvSpPr>
        <p:spPr>
          <a:xfrm>
            <a:off x="7143750" y="6199882"/>
            <a:ext cx="5520690" cy="209550"/>
          </a:xfrm>
          <a:prstGeom prst="rect">
            <a:avLst/>
          </a:prstGeom>
          <a:noFill/>
          <a:ln/>
        </p:spPr>
        <p:txBody>
          <a:bodyPr wrap="square" lIns="0" tIns="0" rIns="0" bIns="0" rtlCol="0" anchor="t"/>
          <a:lstStyle/>
          <a:p>
            <a:pPr algn="l" indent="0" marL="0">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We’ll stay inside if it rains.</a:t>
            </a:r>
            <a:endParaRPr lang="en-US" sz="1425" dirty="0"/>
          </a:p>
        </p:txBody>
      </p:sp>
      <p:sp>
        <p:nvSpPr>
          <p:cNvPr id="32" name="Text 30"/>
          <p:cNvSpPr/>
          <p:nvPr/>
        </p:nvSpPr>
        <p:spPr>
          <a:xfrm>
            <a:off x="1348734" y="7345853"/>
            <a:ext cx="1595387" cy="169332"/>
          </a:xfrm>
          <a:prstGeom prst="rect">
            <a:avLst/>
          </a:prstGeom>
          <a:noFill/>
          <a:ln/>
        </p:spPr>
        <p:txBody>
          <a:bodyPr wrap="square" lIns="0" tIns="0" rIns="0" bIns="0" rtlCol="0" anchor="t"/>
          <a:lstStyle/>
          <a:p>
            <a:pPr algn="l" indent="0" marL="0">
              <a:buNone/>
            </a:pPr>
            <a:r>
              <a:rPr lang="en-US" sz="975" b="1" dirty="0">
                <a:solidFill>
                  <a:srgbClr val="B58400"/>
                </a:solidFill>
                <a:latin typeface="Fredoka" pitchFamily="34" charset="0"/>
                <a:ea typeface="Fredoka" pitchFamily="34" charset="-122"/>
                <a:cs typeface="Fredoka" pitchFamily="34" charset="-120"/>
              </a:rPr>
              <a:t>⚠️ COMMON MISTAKE</a:t>
            </a:r>
            <a:endParaRPr lang="en-US" sz="975" dirty="0"/>
          </a:p>
        </p:txBody>
      </p:sp>
      <p:sp>
        <p:nvSpPr>
          <p:cNvPr id="33" name="Text 31"/>
          <p:cNvSpPr/>
          <p:nvPr/>
        </p:nvSpPr>
        <p:spPr>
          <a:xfrm>
            <a:off x="1352225" y="7380159"/>
            <a:ext cx="11563350" cy="392162"/>
          </a:xfrm>
          <a:prstGeom prst="rect">
            <a:avLst/>
          </a:prstGeom>
          <a:noFill/>
          <a:ln/>
        </p:spPr>
        <p:txBody>
          <a:bodyPr wrap="square" lIns="0" tIns="0" rIns="0" bIns="0" rtlCol="0" anchor="t"/>
          <a:lstStyle/>
          <a:p>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Not “If it </a:t>
            </a:r>
            <a:pPr algn="l" indent="0" marL="0">
              <a:spcBef>
                <a:spcPts val="300"/>
              </a:spcBef>
              <a:spcAft>
                <a:spcPts val="1350"/>
              </a:spcAft>
              <a:buNone/>
            </a:pPr>
            <a:r>
              <a:rPr lang="en-US" sz="1350" b="1" dirty="0">
                <a:solidFill>
                  <a:srgbClr val="2B2552"/>
                </a:solidFill>
                <a:latin typeface="Nunito" pitchFamily="34" charset="0"/>
                <a:ea typeface="Nunito" pitchFamily="34" charset="-122"/>
                <a:cs typeface="Nunito" pitchFamily="34" charset="-120"/>
              </a:rPr>
              <a:t>will</a:t>
            </a:r>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 rain …” — use Present Simple after </a:t>
            </a:r>
            <a:pPr algn="l" indent="0" marL="0">
              <a:spcBef>
                <a:spcPts val="300"/>
              </a:spcBef>
              <a:spcAft>
                <a:spcPts val="1350"/>
              </a:spcAft>
              <a:buNone/>
            </a:pPr>
            <a:r>
              <a:rPr lang="en-US" sz="1350" i="1" dirty="0">
                <a:solidFill>
                  <a:srgbClr val="2B2552"/>
                </a:solidFill>
                <a:latin typeface="Nunito" pitchFamily="34" charset="0"/>
                <a:ea typeface="Nunito" pitchFamily="34" charset="-122"/>
                <a:cs typeface="Nunito" pitchFamily="34" charset="-120"/>
              </a:rPr>
              <a:t>if</a:t>
            </a:r>
            <a:pPr algn="l" indent="0" marL="0">
              <a:spcBef>
                <a:spcPts val="300"/>
              </a:spcBef>
              <a:spcAft>
                <a:spcPts val="1350"/>
              </a:spcAft>
              <a:buNone/>
            </a:pPr>
            <a:r>
              <a:rPr lang="en-US" sz="1350" dirty="0">
                <a:solidFill>
                  <a:srgbClr val="2B2552"/>
                </a:solidFill>
                <a:latin typeface="Nunito" pitchFamily="34" charset="0"/>
                <a:ea typeface="Nunito" pitchFamily="34" charset="-122"/>
                <a:cs typeface="Nunito" pitchFamily="34" charset="-120"/>
              </a:rPr>
              <a:t>.</a:t>
            </a:r>
            <a:endParaRPr lang="en-US" sz="1350" dirty="0"/>
          </a:p>
        </p:txBody>
      </p:sp>
      <p:sp>
        <p:nvSpPr>
          <p:cNvPr id="34" name="Text 32"/>
          <p:cNvSpPr/>
          <p:nvPr/>
        </p:nvSpPr>
        <p:spPr>
          <a:xfrm>
            <a:off x="1457325" y="8495407"/>
            <a:ext cx="1302507"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COMPLETE IT</a:t>
            </a:r>
            <a:endParaRPr lang="en-US" sz="1050" dirty="0"/>
          </a:p>
        </p:txBody>
      </p:sp>
      <p:sp>
        <p:nvSpPr>
          <p:cNvPr id="35" name="Text 33"/>
          <p:cNvSpPr/>
          <p:nvPr/>
        </p:nvSpPr>
        <p:spPr>
          <a:xfrm>
            <a:off x="1457325" y="8733532"/>
            <a:ext cx="11431429" cy="257175"/>
          </a:xfrm>
          <a:prstGeom prst="rect">
            <a:avLst/>
          </a:prstGeom>
          <a:noFill/>
          <a:ln/>
        </p:spPr>
        <p:txBody>
          <a:bodyPr wrap="square" lIns="0" tIns="0" rIns="0" bIns="0" rtlCol="0" anchor="t"/>
          <a:lstStyle/>
          <a:p>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If I have free time this weekend, I will </a:t>
            </a:r>
            <a:pPr algn="l" indent="0" marL="0">
              <a:spcBef>
                <a:spcPts val="600"/>
              </a:spcBef>
              <a:spcAft>
                <a:spcPts val="1425"/>
              </a:spcAft>
              <a:buNone/>
            </a:pPr>
            <a:r>
              <a:rPr lang="en-US" sz="1425" b="1" dirty="0">
                <a:solidFill>
                  <a:srgbClr val="2B2552"/>
                </a:solidFill>
                <a:latin typeface="Nunito" pitchFamily="34" charset="0"/>
                <a:ea typeface="Nunito" pitchFamily="34" charset="-122"/>
                <a:cs typeface="Nunito" pitchFamily="34" charset="-120"/>
              </a:rPr>
              <a:t>___</a:t>
            </a:r>
            <a:pPr algn="l" indent="0" marL="0">
              <a:spcBef>
                <a:spcPts val="600"/>
              </a:spcBef>
              <a:spcAft>
                <a:spcPts val="1425"/>
              </a:spcAft>
              <a:buNone/>
            </a:pPr>
            <a:r>
              <a:rPr lang="en-US" sz="1425" dirty="0">
                <a:solidFill>
                  <a:srgbClr val="2B2552"/>
                </a:solidFill>
                <a:latin typeface="Nunito" pitchFamily="34" charset="0"/>
                <a:ea typeface="Nunito" pitchFamily="34" charset="-122"/>
                <a:cs typeface="Nunito" pitchFamily="34" charset="-120"/>
              </a:rPr>
              <a:t>.</a:t>
            </a:r>
            <a:endParaRPr lang="en-US" sz="14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2192000" y="95250"/>
            <a:ext cx="1428750" cy="1428750"/>
          </a:xfrm>
          <a:prstGeom prst="roundRect">
            <a:avLst>
              <a:gd name="adj" fmla="val 666000"/>
            </a:avLst>
          </a:prstGeom>
          <a:solidFill>
            <a:srgbClr val="FF6F91"/>
          </a:solidFill>
          <a:ln/>
        </p:spPr>
      </p:sp>
      <p:sp>
        <p:nvSpPr>
          <p:cNvPr id="4" name="Shape 2"/>
          <p:cNvSpPr/>
          <p:nvPr/>
        </p:nvSpPr>
        <p:spPr>
          <a:xfrm>
            <a:off x="1028700" y="2519363"/>
            <a:ext cx="5753100" cy="1514475"/>
          </a:xfrm>
          <a:prstGeom prst="roundRect">
            <a:avLst>
              <a:gd name="adj" fmla="val 16352"/>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6934200" y="2519363"/>
            <a:ext cx="5753100" cy="1514475"/>
          </a:xfrm>
          <a:prstGeom prst="roundRect">
            <a:avLst>
              <a:gd name="adj" fmla="val 16352"/>
            </a:avLst>
          </a:prstGeom>
          <a:solidFill>
            <a:srgbClr val="FFFFFF"/>
          </a:solidFill>
          <a:ln/>
          <a:effectLst>
            <a:outerShdw sx="100000" sy="100000" kx="0" ky="0" algn="bl" rotWithShape="0" blurRad="285750" dist="133350" dir="5400000">
              <a:srgbClr val="FF6F91">
                <a:alpha val="18000"/>
              </a:srgbClr>
            </a:outerShdw>
          </a:effectLst>
        </p:spPr>
      </p:sp>
      <p:sp>
        <p:nvSpPr>
          <p:cNvPr id="6" name="Shape 4"/>
          <p:cNvSpPr/>
          <p:nvPr/>
        </p:nvSpPr>
        <p:spPr>
          <a:xfrm>
            <a:off x="1028700" y="4186238"/>
            <a:ext cx="5753100" cy="1514475"/>
          </a:xfrm>
          <a:prstGeom prst="roundRect">
            <a:avLst>
              <a:gd name="adj" fmla="val 16352"/>
            </a:avLst>
          </a:prstGeom>
          <a:solidFill>
            <a:srgbClr val="FFFFFF"/>
          </a:solidFill>
          <a:ln/>
          <a:effectLst>
            <a:outerShdw sx="100000" sy="100000" kx="0" ky="0" algn="bl" rotWithShape="0" blurRad="285750" dist="133350" dir="5400000">
              <a:srgbClr val="2FD0A8">
                <a:alpha val="18000"/>
              </a:srgbClr>
            </a:outerShdw>
          </a:effectLst>
        </p:spPr>
      </p:sp>
      <p:sp>
        <p:nvSpPr>
          <p:cNvPr id="7" name="Shape 5"/>
          <p:cNvSpPr/>
          <p:nvPr/>
        </p:nvSpPr>
        <p:spPr>
          <a:xfrm>
            <a:off x="6934200" y="4186238"/>
            <a:ext cx="5753100" cy="1514475"/>
          </a:xfrm>
          <a:prstGeom prst="roundRect">
            <a:avLst>
              <a:gd name="adj" fmla="val 16352"/>
            </a:avLst>
          </a:prstGeom>
          <a:solidFill>
            <a:srgbClr val="FFFFFF"/>
          </a:solidFill>
          <a:ln/>
          <a:effectLst>
            <a:outerShdw sx="100000" sy="100000" kx="0" ky="0" algn="bl" rotWithShape="0" blurRad="285750" dist="133350" dir="5400000">
              <a:srgbClr val="4CC9F0">
                <a:alpha val="18000"/>
              </a:srgbClr>
            </a:outerShdw>
          </a:effectLst>
        </p:spPr>
      </p:sp>
      <p:sp>
        <p:nvSpPr>
          <p:cNvPr id="8" name="Shape 6"/>
          <p:cNvSpPr/>
          <p:nvPr/>
        </p:nvSpPr>
        <p:spPr>
          <a:xfrm>
            <a:off x="1028700" y="5853113"/>
            <a:ext cx="5753100" cy="1514475"/>
          </a:xfrm>
          <a:prstGeom prst="roundRect">
            <a:avLst>
              <a:gd name="adj" fmla="val 16352"/>
            </a:avLst>
          </a:prstGeom>
          <a:solidFill>
            <a:srgbClr val="FFFFFF"/>
          </a:solidFill>
          <a:ln/>
          <a:effectLst>
            <a:outerShdw sx="100000" sy="100000" kx="0" ky="0" algn="bl" rotWithShape="0" blurRad="285750" dist="133350" dir="5400000">
              <a:srgbClr val="FFC83D">
                <a:alpha val="20000"/>
              </a:srgbClr>
            </a:outerShdw>
          </a:effectLst>
        </p:spPr>
      </p:sp>
      <p:sp>
        <p:nvSpPr>
          <p:cNvPr id="9" name="Shape 7"/>
          <p:cNvSpPr/>
          <p:nvPr/>
        </p:nvSpPr>
        <p:spPr>
          <a:xfrm>
            <a:off x="6934200" y="5853113"/>
            <a:ext cx="5753100" cy="1514475"/>
          </a:xfrm>
          <a:prstGeom prst="roundRect">
            <a:avLst>
              <a:gd name="adj" fmla="val 16352"/>
            </a:avLst>
          </a:prstGeom>
          <a:solidFill>
            <a:srgbClr val="FFFFFF"/>
          </a:solidFill>
          <a:ln/>
          <a:effectLst>
            <a:outerShdw sx="100000" sy="100000" kx="0" ky="0" algn="bl" rotWithShape="0" blurRad="285750" dist="133350" dir="5400000">
              <a:srgbClr val="7C5CFC">
                <a:alpha val="18000"/>
              </a:srgbClr>
            </a:outerShdw>
          </a:effectLst>
        </p:spPr>
      </p:sp>
      <p:sp>
        <p:nvSpPr>
          <p:cNvPr id="10" name="Shape 8"/>
          <p:cNvSpPr/>
          <p:nvPr/>
        </p:nvSpPr>
        <p:spPr>
          <a:xfrm>
            <a:off x="1028700" y="7519988"/>
            <a:ext cx="5753100" cy="1514475"/>
          </a:xfrm>
          <a:prstGeom prst="roundRect">
            <a:avLst>
              <a:gd name="adj" fmla="val 16352"/>
            </a:avLst>
          </a:prstGeom>
          <a:solidFill>
            <a:srgbClr val="FFFFFF"/>
          </a:solidFill>
          <a:ln/>
          <a:effectLst>
            <a:outerShdw sx="100000" sy="100000" kx="0" ky="0" algn="bl" rotWithShape="0" blurRad="285750" dist="133350" dir="5400000">
              <a:srgbClr val="FF6F91">
                <a:alpha val="18000"/>
              </a:srgbClr>
            </a:outerShdw>
          </a:effectLst>
        </p:spPr>
      </p:sp>
      <p:sp>
        <p:nvSpPr>
          <p:cNvPr id="11" name="Shape 9"/>
          <p:cNvSpPr/>
          <p:nvPr/>
        </p:nvSpPr>
        <p:spPr>
          <a:xfrm>
            <a:off x="6934200" y="7519988"/>
            <a:ext cx="5753100" cy="1514475"/>
          </a:xfrm>
          <a:prstGeom prst="roundRect">
            <a:avLst>
              <a:gd name="adj" fmla="val 16352"/>
            </a:avLst>
          </a:prstGeom>
          <a:solidFill>
            <a:srgbClr val="FFFFFF"/>
          </a:solidFill>
          <a:ln/>
          <a:effectLst>
            <a:outerShdw sx="100000" sy="100000" kx="0" ky="0" algn="bl" rotWithShape="0" blurRad="285750" dist="133350" dir="5400000">
              <a:srgbClr val="2FD0A8">
                <a:alpha val="18000"/>
              </a:srgbClr>
            </a:outerShdw>
          </a:effectLst>
        </p:spPr>
      </p:sp>
      <p:sp>
        <p:nvSpPr>
          <p:cNvPr id="12" name="Shape 10"/>
          <p:cNvSpPr/>
          <p:nvPr/>
        </p:nvSpPr>
        <p:spPr>
          <a:xfrm>
            <a:off x="1028700" y="9263063"/>
            <a:ext cx="11658600" cy="609600"/>
          </a:xfrm>
          <a:prstGeom prst="roundRect">
            <a:avLst>
              <a:gd name="adj" fmla="val 37500"/>
            </a:avLst>
          </a:prstGeom>
          <a:solidFill>
            <a:srgbClr val="2B2552"/>
          </a:solidFill>
          <a:ln/>
        </p:spPr>
      </p:sp>
      <p:sp>
        <p:nvSpPr>
          <p:cNvPr id="13" name="Shape 11"/>
          <p:cNvSpPr/>
          <p:nvPr/>
        </p:nvSpPr>
        <p:spPr>
          <a:xfrm>
            <a:off x="1028700" y="2562225"/>
            <a:ext cx="5753100" cy="0"/>
          </a:xfrm>
          <a:prstGeom prst="line">
            <a:avLst/>
          </a:prstGeom>
          <a:noFill/>
          <a:ln w="85725">
            <a:solidFill>
              <a:srgbClr val="7C5CFC"/>
            </a:solidFill>
            <a:prstDash val="solid"/>
          </a:ln>
        </p:spPr>
      </p:sp>
      <p:sp>
        <p:nvSpPr>
          <p:cNvPr id="14" name="Shape 12"/>
          <p:cNvSpPr/>
          <p:nvPr/>
        </p:nvSpPr>
        <p:spPr>
          <a:xfrm>
            <a:off x="6767513" y="2519363"/>
            <a:ext cx="0" cy="1514475"/>
          </a:xfrm>
          <a:prstGeom prst="line">
            <a:avLst/>
          </a:prstGeom>
          <a:noFill/>
          <a:ln w="28575">
            <a:solidFill>
              <a:srgbClr val="EFE7FF"/>
            </a:solidFill>
            <a:prstDash val="solid"/>
          </a:ln>
        </p:spPr>
      </p:sp>
      <p:sp>
        <p:nvSpPr>
          <p:cNvPr id="15" name="Shape 13"/>
          <p:cNvSpPr/>
          <p:nvPr/>
        </p:nvSpPr>
        <p:spPr>
          <a:xfrm>
            <a:off x="1028700" y="4019550"/>
            <a:ext cx="5753100" cy="0"/>
          </a:xfrm>
          <a:prstGeom prst="line">
            <a:avLst/>
          </a:prstGeom>
          <a:noFill/>
          <a:ln w="28575">
            <a:solidFill>
              <a:srgbClr val="EFE7FF"/>
            </a:solidFill>
            <a:prstDash val="solid"/>
          </a:ln>
        </p:spPr>
      </p:sp>
      <p:sp>
        <p:nvSpPr>
          <p:cNvPr id="16" name="Shape 14"/>
          <p:cNvSpPr/>
          <p:nvPr/>
        </p:nvSpPr>
        <p:spPr>
          <a:xfrm>
            <a:off x="1042988" y="2519363"/>
            <a:ext cx="0" cy="1514475"/>
          </a:xfrm>
          <a:prstGeom prst="line">
            <a:avLst/>
          </a:prstGeom>
          <a:noFill/>
          <a:ln w="28575">
            <a:solidFill>
              <a:srgbClr val="EFE7FF"/>
            </a:solidFill>
            <a:prstDash val="solid"/>
          </a:ln>
        </p:spPr>
      </p:sp>
      <p:sp>
        <p:nvSpPr>
          <p:cNvPr id="17" name="Shape 15"/>
          <p:cNvSpPr/>
          <p:nvPr/>
        </p:nvSpPr>
        <p:spPr>
          <a:xfrm>
            <a:off x="6934200" y="2562225"/>
            <a:ext cx="5753100" cy="0"/>
          </a:xfrm>
          <a:prstGeom prst="line">
            <a:avLst/>
          </a:prstGeom>
          <a:noFill/>
          <a:ln w="85725">
            <a:solidFill>
              <a:srgbClr val="FF6F91"/>
            </a:solidFill>
            <a:prstDash val="solid"/>
          </a:ln>
        </p:spPr>
      </p:sp>
      <p:sp>
        <p:nvSpPr>
          <p:cNvPr id="18" name="Shape 16"/>
          <p:cNvSpPr/>
          <p:nvPr/>
        </p:nvSpPr>
        <p:spPr>
          <a:xfrm>
            <a:off x="12673013" y="2519363"/>
            <a:ext cx="0" cy="1514475"/>
          </a:xfrm>
          <a:prstGeom prst="line">
            <a:avLst/>
          </a:prstGeom>
          <a:noFill/>
          <a:ln w="28575">
            <a:solidFill>
              <a:srgbClr val="EFE7FF"/>
            </a:solidFill>
            <a:prstDash val="solid"/>
          </a:ln>
        </p:spPr>
      </p:sp>
      <p:sp>
        <p:nvSpPr>
          <p:cNvPr id="19" name="Shape 17"/>
          <p:cNvSpPr/>
          <p:nvPr/>
        </p:nvSpPr>
        <p:spPr>
          <a:xfrm>
            <a:off x="6934200" y="4019550"/>
            <a:ext cx="5753100" cy="0"/>
          </a:xfrm>
          <a:prstGeom prst="line">
            <a:avLst/>
          </a:prstGeom>
          <a:noFill/>
          <a:ln w="28575">
            <a:solidFill>
              <a:srgbClr val="EFE7FF"/>
            </a:solidFill>
            <a:prstDash val="solid"/>
          </a:ln>
        </p:spPr>
      </p:sp>
      <p:sp>
        <p:nvSpPr>
          <p:cNvPr id="20" name="Shape 18"/>
          <p:cNvSpPr/>
          <p:nvPr/>
        </p:nvSpPr>
        <p:spPr>
          <a:xfrm>
            <a:off x="6948488" y="2519363"/>
            <a:ext cx="0" cy="1514475"/>
          </a:xfrm>
          <a:prstGeom prst="line">
            <a:avLst/>
          </a:prstGeom>
          <a:noFill/>
          <a:ln w="28575">
            <a:solidFill>
              <a:srgbClr val="EFE7FF"/>
            </a:solidFill>
            <a:prstDash val="solid"/>
          </a:ln>
        </p:spPr>
      </p:sp>
      <p:sp>
        <p:nvSpPr>
          <p:cNvPr id="21" name="Shape 19"/>
          <p:cNvSpPr/>
          <p:nvPr/>
        </p:nvSpPr>
        <p:spPr>
          <a:xfrm>
            <a:off x="1028700" y="4229100"/>
            <a:ext cx="5753100" cy="0"/>
          </a:xfrm>
          <a:prstGeom prst="line">
            <a:avLst/>
          </a:prstGeom>
          <a:noFill/>
          <a:ln w="85725">
            <a:solidFill>
              <a:srgbClr val="2FD0A8"/>
            </a:solidFill>
            <a:prstDash val="solid"/>
          </a:ln>
        </p:spPr>
      </p:sp>
      <p:sp>
        <p:nvSpPr>
          <p:cNvPr id="22" name="Shape 20"/>
          <p:cNvSpPr/>
          <p:nvPr/>
        </p:nvSpPr>
        <p:spPr>
          <a:xfrm>
            <a:off x="6767513" y="4186238"/>
            <a:ext cx="0" cy="1514475"/>
          </a:xfrm>
          <a:prstGeom prst="line">
            <a:avLst/>
          </a:prstGeom>
          <a:noFill/>
          <a:ln w="28575">
            <a:solidFill>
              <a:srgbClr val="EFE7FF"/>
            </a:solidFill>
            <a:prstDash val="solid"/>
          </a:ln>
        </p:spPr>
      </p:sp>
      <p:sp>
        <p:nvSpPr>
          <p:cNvPr id="23" name="Shape 21"/>
          <p:cNvSpPr/>
          <p:nvPr/>
        </p:nvSpPr>
        <p:spPr>
          <a:xfrm>
            <a:off x="1028700" y="5686425"/>
            <a:ext cx="5753100" cy="0"/>
          </a:xfrm>
          <a:prstGeom prst="line">
            <a:avLst/>
          </a:prstGeom>
          <a:noFill/>
          <a:ln w="28575">
            <a:solidFill>
              <a:srgbClr val="EFE7FF"/>
            </a:solidFill>
            <a:prstDash val="solid"/>
          </a:ln>
        </p:spPr>
      </p:sp>
      <p:sp>
        <p:nvSpPr>
          <p:cNvPr id="24" name="Shape 22"/>
          <p:cNvSpPr/>
          <p:nvPr/>
        </p:nvSpPr>
        <p:spPr>
          <a:xfrm>
            <a:off x="1042988" y="4186238"/>
            <a:ext cx="0" cy="1514475"/>
          </a:xfrm>
          <a:prstGeom prst="line">
            <a:avLst/>
          </a:prstGeom>
          <a:noFill/>
          <a:ln w="28575">
            <a:solidFill>
              <a:srgbClr val="EFE7FF"/>
            </a:solidFill>
            <a:prstDash val="solid"/>
          </a:ln>
        </p:spPr>
      </p:sp>
      <p:sp>
        <p:nvSpPr>
          <p:cNvPr id="25" name="Shape 23"/>
          <p:cNvSpPr/>
          <p:nvPr/>
        </p:nvSpPr>
        <p:spPr>
          <a:xfrm>
            <a:off x="6934200" y="4229100"/>
            <a:ext cx="5753100" cy="0"/>
          </a:xfrm>
          <a:prstGeom prst="line">
            <a:avLst/>
          </a:prstGeom>
          <a:noFill/>
          <a:ln w="85725">
            <a:solidFill>
              <a:srgbClr val="4CC9F0"/>
            </a:solidFill>
            <a:prstDash val="solid"/>
          </a:ln>
        </p:spPr>
      </p:sp>
      <p:sp>
        <p:nvSpPr>
          <p:cNvPr id="26" name="Shape 24"/>
          <p:cNvSpPr/>
          <p:nvPr/>
        </p:nvSpPr>
        <p:spPr>
          <a:xfrm>
            <a:off x="12673013" y="4186238"/>
            <a:ext cx="0" cy="1514475"/>
          </a:xfrm>
          <a:prstGeom prst="line">
            <a:avLst/>
          </a:prstGeom>
          <a:noFill/>
          <a:ln w="28575">
            <a:solidFill>
              <a:srgbClr val="EFE7FF"/>
            </a:solidFill>
            <a:prstDash val="solid"/>
          </a:ln>
        </p:spPr>
      </p:sp>
      <p:sp>
        <p:nvSpPr>
          <p:cNvPr id="27" name="Shape 25"/>
          <p:cNvSpPr/>
          <p:nvPr/>
        </p:nvSpPr>
        <p:spPr>
          <a:xfrm>
            <a:off x="6934200" y="5686425"/>
            <a:ext cx="5753100" cy="0"/>
          </a:xfrm>
          <a:prstGeom prst="line">
            <a:avLst/>
          </a:prstGeom>
          <a:noFill/>
          <a:ln w="28575">
            <a:solidFill>
              <a:srgbClr val="EFE7FF"/>
            </a:solidFill>
            <a:prstDash val="solid"/>
          </a:ln>
        </p:spPr>
      </p:sp>
      <p:sp>
        <p:nvSpPr>
          <p:cNvPr id="28" name="Shape 26"/>
          <p:cNvSpPr/>
          <p:nvPr/>
        </p:nvSpPr>
        <p:spPr>
          <a:xfrm>
            <a:off x="6948488" y="4186238"/>
            <a:ext cx="0" cy="1514475"/>
          </a:xfrm>
          <a:prstGeom prst="line">
            <a:avLst/>
          </a:prstGeom>
          <a:noFill/>
          <a:ln w="28575">
            <a:solidFill>
              <a:srgbClr val="EFE7FF"/>
            </a:solidFill>
            <a:prstDash val="solid"/>
          </a:ln>
        </p:spPr>
      </p:sp>
      <p:sp>
        <p:nvSpPr>
          <p:cNvPr id="29" name="Shape 27"/>
          <p:cNvSpPr/>
          <p:nvPr/>
        </p:nvSpPr>
        <p:spPr>
          <a:xfrm>
            <a:off x="1028700" y="5895975"/>
            <a:ext cx="5753100" cy="0"/>
          </a:xfrm>
          <a:prstGeom prst="line">
            <a:avLst/>
          </a:prstGeom>
          <a:noFill/>
          <a:ln w="85725">
            <a:solidFill>
              <a:srgbClr val="FFC83D"/>
            </a:solidFill>
            <a:prstDash val="solid"/>
          </a:ln>
        </p:spPr>
      </p:sp>
      <p:sp>
        <p:nvSpPr>
          <p:cNvPr id="30" name="Shape 28"/>
          <p:cNvSpPr/>
          <p:nvPr/>
        </p:nvSpPr>
        <p:spPr>
          <a:xfrm>
            <a:off x="6767513" y="5853113"/>
            <a:ext cx="0" cy="1514475"/>
          </a:xfrm>
          <a:prstGeom prst="line">
            <a:avLst/>
          </a:prstGeom>
          <a:noFill/>
          <a:ln w="28575">
            <a:solidFill>
              <a:srgbClr val="EFE7FF"/>
            </a:solidFill>
            <a:prstDash val="solid"/>
          </a:ln>
        </p:spPr>
      </p:sp>
      <p:sp>
        <p:nvSpPr>
          <p:cNvPr id="31" name="Shape 29"/>
          <p:cNvSpPr/>
          <p:nvPr/>
        </p:nvSpPr>
        <p:spPr>
          <a:xfrm>
            <a:off x="1028700" y="7353300"/>
            <a:ext cx="5753100" cy="0"/>
          </a:xfrm>
          <a:prstGeom prst="line">
            <a:avLst/>
          </a:prstGeom>
          <a:noFill/>
          <a:ln w="28575">
            <a:solidFill>
              <a:srgbClr val="EFE7FF"/>
            </a:solidFill>
            <a:prstDash val="solid"/>
          </a:ln>
        </p:spPr>
      </p:sp>
      <p:sp>
        <p:nvSpPr>
          <p:cNvPr id="32" name="Shape 30"/>
          <p:cNvSpPr/>
          <p:nvPr/>
        </p:nvSpPr>
        <p:spPr>
          <a:xfrm>
            <a:off x="1042988" y="5853113"/>
            <a:ext cx="0" cy="1514475"/>
          </a:xfrm>
          <a:prstGeom prst="line">
            <a:avLst/>
          </a:prstGeom>
          <a:noFill/>
          <a:ln w="28575">
            <a:solidFill>
              <a:srgbClr val="EFE7FF"/>
            </a:solidFill>
            <a:prstDash val="solid"/>
          </a:ln>
        </p:spPr>
      </p:sp>
      <p:sp>
        <p:nvSpPr>
          <p:cNvPr id="33" name="Shape 31"/>
          <p:cNvSpPr/>
          <p:nvPr/>
        </p:nvSpPr>
        <p:spPr>
          <a:xfrm>
            <a:off x="6934200" y="5895975"/>
            <a:ext cx="5753100" cy="0"/>
          </a:xfrm>
          <a:prstGeom prst="line">
            <a:avLst/>
          </a:prstGeom>
          <a:noFill/>
          <a:ln w="85725">
            <a:solidFill>
              <a:srgbClr val="7C5CFC"/>
            </a:solidFill>
            <a:prstDash val="solid"/>
          </a:ln>
        </p:spPr>
      </p:sp>
      <p:sp>
        <p:nvSpPr>
          <p:cNvPr id="34" name="Shape 32"/>
          <p:cNvSpPr/>
          <p:nvPr/>
        </p:nvSpPr>
        <p:spPr>
          <a:xfrm>
            <a:off x="12673013" y="5853113"/>
            <a:ext cx="0" cy="1514475"/>
          </a:xfrm>
          <a:prstGeom prst="line">
            <a:avLst/>
          </a:prstGeom>
          <a:noFill/>
          <a:ln w="28575">
            <a:solidFill>
              <a:srgbClr val="EFE7FF"/>
            </a:solidFill>
            <a:prstDash val="solid"/>
          </a:ln>
        </p:spPr>
      </p:sp>
      <p:sp>
        <p:nvSpPr>
          <p:cNvPr id="35" name="Shape 33"/>
          <p:cNvSpPr/>
          <p:nvPr/>
        </p:nvSpPr>
        <p:spPr>
          <a:xfrm>
            <a:off x="6934200" y="7353300"/>
            <a:ext cx="5753100" cy="0"/>
          </a:xfrm>
          <a:prstGeom prst="line">
            <a:avLst/>
          </a:prstGeom>
          <a:noFill/>
          <a:ln w="28575">
            <a:solidFill>
              <a:srgbClr val="EFE7FF"/>
            </a:solidFill>
            <a:prstDash val="solid"/>
          </a:ln>
        </p:spPr>
      </p:sp>
      <p:sp>
        <p:nvSpPr>
          <p:cNvPr id="36" name="Shape 34"/>
          <p:cNvSpPr/>
          <p:nvPr/>
        </p:nvSpPr>
        <p:spPr>
          <a:xfrm>
            <a:off x="6948488" y="5853113"/>
            <a:ext cx="0" cy="1514475"/>
          </a:xfrm>
          <a:prstGeom prst="line">
            <a:avLst/>
          </a:prstGeom>
          <a:noFill/>
          <a:ln w="28575">
            <a:solidFill>
              <a:srgbClr val="EFE7FF"/>
            </a:solidFill>
            <a:prstDash val="solid"/>
          </a:ln>
        </p:spPr>
      </p:sp>
      <p:sp>
        <p:nvSpPr>
          <p:cNvPr id="37" name="Shape 35"/>
          <p:cNvSpPr/>
          <p:nvPr/>
        </p:nvSpPr>
        <p:spPr>
          <a:xfrm>
            <a:off x="1028700" y="7562850"/>
            <a:ext cx="5753100" cy="0"/>
          </a:xfrm>
          <a:prstGeom prst="line">
            <a:avLst/>
          </a:prstGeom>
          <a:noFill/>
          <a:ln w="85725">
            <a:solidFill>
              <a:srgbClr val="FF6F91"/>
            </a:solidFill>
            <a:prstDash val="solid"/>
          </a:ln>
        </p:spPr>
      </p:sp>
      <p:sp>
        <p:nvSpPr>
          <p:cNvPr id="38" name="Shape 36"/>
          <p:cNvSpPr/>
          <p:nvPr/>
        </p:nvSpPr>
        <p:spPr>
          <a:xfrm>
            <a:off x="6767513" y="7519988"/>
            <a:ext cx="0" cy="1514475"/>
          </a:xfrm>
          <a:prstGeom prst="line">
            <a:avLst/>
          </a:prstGeom>
          <a:noFill/>
          <a:ln w="28575">
            <a:solidFill>
              <a:srgbClr val="EFE7FF"/>
            </a:solidFill>
            <a:prstDash val="solid"/>
          </a:ln>
        </p:spPr>
      </p:sp>
      <p:sp>
        <p:nvSpPr>
          <p:cNvPr id="39" name="Shape 37"/>
          <p:cNvSpPr/>
          <p:nvPr/>
        </p:nvSpPr>
        <p:spPr>
          <a:xfrm>
            <a:off x="1028700" y="9020175"/>
            <a:ext cx="5753100" cy="0"/>
          </a:xfrm>
          <a:prstGeom prst="line">
            <a:avLst/>
          </a:prstGeom>
          <a:noFill/>
          <a:ln w="28575">
            <a:solidFill>
              <a:srgbClr val="EFE7FF"/>
            </a:solidFill>
            <a:prstDash val="solid"/>
          </a:ln>
        </p:spPr>
      </p:sp>
      <p:sp>
        <p:nvSpPr>
          <p:cNvPr id="40" name="Shape 38"/>
          <p:cNvSpPr/>
          <p:nvPr/>
        </p:nvSpPr>
        <p:spPr>
          <a:xfrm>
            <a:off x="1042988" y="7519988"/>
            <a:ext cx="0" cy="1514475"/>
          </a:xfrm>
          <a:prstGeom prst="line">
            <a:avLst/>
          </a:prstGeom>
          <a:noFill/>
          <a:ln w="28575">
            <a:solidFill>
              <a:srgbClr val="EFE7FF"/>
            </a:solidFill>
            <a:prstDash val="solid"/>
          </a:ln>
        </p:spPr>
      </p:sp>
      <p:sp>
        <p:nvSpPr>
          <p:cNvPr id="41" name="Shape 39"/>
          <p:cNvSpPr/>
          <p:nvPr/>
        </p:nvSpPr>
        <p:spPr>
          <a:xfrm>
            <a:off x="6934200" y="7562850"/>
            <a:ext cx="5753100" cy="0"/>
          </a:xfrm>
          <a:prstGeom prst="line">
            <a:avLst/>
          </a:prstGeom>
          <a:noFill/>
          <a:ln w="85725">
            <a:solidFill>
              <a:srgbClr val="2FD0A8"/>
            </a:solidFill>
            <a:prstDash val="solid"/>
          </a:ln>
        </p:spPr>
      </p:sp>
      <p:sp>
        <p:nvSpPr>
          <p:cNvPr id="42" name="Shape 40"/>
          <p:cNvSpPr/>
          <p:nvPr/>
        </p:nvSpPr>
        <p:spPr>
          <a:xfrm>
            <a:off x="12673013" y="7519988"/>
            <a:ext cx="0" cy="1514475"/>
          </a:xfrm>
          <a:prstGeom prst="line">
            <a:avLst/>
          </a:prstGeom>
          <a:noFill/>
          <a:ln w="28575">
            <a:solidFill>
              <a:srgbClr val="EFE7FF"/>
            </a:solidFill>
            <a:prstDash val="solid"/>
          </a:ln>
        </p:spPr>
      </p:sp>
      <p:sp>
        <p:nvSpPr>
          <p:cNvPr id="43" name="Shape 41"/>
          <p:cNvSpPr/>
          <p:nvPr/>
        </p:nvSpPr>
        <p:spPr>
          <a:xfrm>
            <a:off x="6934200" y="9020175"/>
            <a:ext cx="5753100" cy="0"/>
          </a:xfrm>
          <a:prstGeom prst="line">
            <a:avLst/>
          </a:prstGeom>
          <a:noFill/>
          <a:ln w="28575">
            <a:solidFill>
              <a:srgbClr val="EFE7FF"/>
            </a:solidFill>
            <a:prstDash val="solid"/>
          </a:ln>
        </p:spPr>
      </p:sp>
      <p:sp>
        <p:nvSpPr>
          <p:cNvPr id="44" name="Shape 42"/>
          <p:cNvSpPr/>
          <p:nvPr/>
        </p:nvSpPr>
        <p:spPr>
          <a:xfrm>
            <a:off x="6948488" y="7519988"/>
            <a:ext cx="0" cy="1514475"/>
          </a:xfrm>
          <a:prstGeom prst="line">
            <a:avLst/>
          </a:prstGeom>
          <a:noFill/>
          <a:ln w="28575">
            <a:solidFill>
              <a:srgbClr val="EFE7FF"/>
            </a:solidFill>
            <a:prstDash val="solid"/>
          </a:ln>
        </p:spPr>
      </p:sp>
      <p:sp>
        <p:nvSpPr>
          <p:cNvPr id="45" name="Text 43"/>
          <p:cNvSpPr/>
          <p:nvPr/>
        </p:nvSpPr>
        <p:spPr>
          <a:xfrm>
            <a:off x="1028700" y="1028700"/>
            <a:ext cx="3247281" cy="295275"/>
          </a:xfrm>
          <a:prstGeom prst="rect">
            <a:avLst/>
          </a:prstGeom>
          <a:noFill/>
          <a:ln/>
        </p:spPr>
        <p:txBody>
          <a:bodyPr wrap="square" lIns="171450" tIns="66675" rIns="171450" bIns="66675" rtlCol="0" anchor="t"/>
          <a:lstStyle/>
          <a:p>
            <a:pPr algn="l" indent="0" marL="0">
              <a:buNone/>
            </a:pPr>
            <a:r>
              <a:rPr lang="en-US" sz="1125" b="1" dirty="0">
                <a:solidFill>
                  <a:srgbClr val="0E8C6E"/>
                </a:solidFill>
                <a:latin typeface="Fredoka" pitchFamily="34" charset="0"/>
                <a:ea typeface="Fredoka" pitchFamily="34" charset="-122"/>
                <a:cs typeface="Fredoka" pitchFamily="34" charset="-120"/>
              </a:rPr>
              <a:t>CONTROLLED PRACTICE · 12 MIN</a:t>
            </a:r>
            <a:endParaRPr lang="en-US" sz="1125" dirty="0"/>
          </a:p>
        </p:txBody>
      </p:sp>
      <p:sp>
        <p:nvSpPr>
          <p:cNvPr id="46" name="Text 44"/>
          <p:cNvSpPr/>
          <p:nvPr/>
        </p:nvSpPr>
        <p:spPr>
          <a:xfrm>
            <a:off x="1028700" y="1438275"/>
            <a:ext cx="4299912" cy="495300"/>
          </a:xfrm>
          <a:prstGeom prst="rect">
            <a:avLst/>
          </a:prstGeom>
          <a:noFill/>
          <a:ln/>
        </p:spPr>
        <p:txBody>
          <a:bodyPr wrap="square" lIns="0" tIns="0" rIns="0" bIns="0" rtlCol="0" anchor="t"/>
          <a:lstStyle/>
          <a:p>
            <a:pPr algn="l" indent="0" marL="0">
              <a:lnSpc>
                <a:spcPts val="3900"/>
              </a:lnSpc>
              <a:spcBef>
                <a:spcPts val="900"/>
              </a:spcBef>
              <a:spcAft>
                <a:spcPts val="2513"/>
              </a:spcAft>
              <a:buNone/>
            </a:pPr>
            <a:r>
              <a:rPr lang="en-US" sz="3750" b="1" dirty="0">
                <a:solidFill>
                  <a:srgbClr val="2B2552"/>
                </a:solidFill>
                <a:latin typeface="Fredoka" pitchFamily="34" charset="0"/>
                <a:ea typeface="Fredoka" pitchFamily="34" charset="-122"/>
                <a:cs typeface="Fredoka" pitchFamily="34" charset="-120"/>
              </a:rPr>
              <a:t>Grammar Gym 🏋️</a:t>
            </a:r>
            <a:endParaRPr lang="en-US" sz="3750" dirty="0"/>
          </a:p>
        </p:txBody>
      </p:sp>
      <p:sp>
        <p:nvSpPr>
          <p:cNvPr id="47" name="Text 45"/>
          <p:cNvSpPr/>
          <p:nvPr/>
        </p:nvSpPr>
        <p:spPr>
          <a:xfrm>
            <a:off x="10118527" y="1445419"/>
            <a:ext cx="2697212" cy="390525"/>
          </a:xfrm>
          <a:prstGeom prst="rect">
            <a:avLst/>
          </a:prstGeom>
          <a:noFill/>
          <a:ln/>
        </p:spPr>
        <p:txBody>
          <a:bodyPr wrap="square" lIns="171450" tIns="85725" rIns="171450" bIns="85725" rtlCol="0" anchor="t"/>
          <a:lstStyle/>
          <a:p>
            <a:pPr algn="l" indent="0" marL="0">
              <a:buNone/>
            </a:pPr>
            <a:r>
              <a:rPr lang="en-US" sz="1275" b="1" dirty="0">
                <a:solidFill>
                  <a:srgbClr val="7C5CFC"/>
                </a:solidFill>
                <a:latin typeface="Nunito" pitchFamily="34" charset="0"/>
                <a:ea typeface="Nunito" pitchFamily="34" charset="-122"/>
                <a:cs typeface="Nunito" pitchFamily="34" charset="-120"/>
              </a:rPr>
              <a:t>✍️ Write first · then compare</a:t>
            </a:r>
            <a:endParaRPr lang="en-US" sz="1275" dirty="0"/>
          </a:p>
        </p:txBody>
      </p:sp>
      <p:sp>
        <p:nvSpPr>
          <p:cNvPr id="48" name="Text 46"/>
          <p:cNvSpPr/>
          <p:nvPr/>
        </p:nvSpPr>
        <p:spPr>
          <a:xfrm>
            <a:off x="1323975" y="3033713"/>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7C5CFC"/>
                </a:solidFill>
                <a:latin typeface="Fredoka" pitchFamily="34" charset="0"/>
                <a:ea typeface="Fredoka" pitchFamily="34" charset="-122"/>
                <a:cs typeface="Fredoka" pitchFamily="34" charset="-120"/>
              </a:rPr>
              <a:t>1 · Choose</a:t>
            </a:r>
            <a:endParaRPr lang="en-US" sz="1275" dirty="0"/>
          </a:p>
        </p:txBody>
      </p:sp>
      <p:sp>
        <p:nvSpPr>
          <p:cNvPr id="49" name="Text 47"/>
          <p:cNvSpPr/>
          <p:nvPr/>
        </p:nvSpPr>
        <p:spPr>
          <a:xfrm>
            <a:off x="1323975" y="3386138"/>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Mina usually </a:t>
            </a:r>
            <a:pPr algn="l" indent="0" marL="0">
              <a:spcBef>
                <a:spcPts val="300"/>
              </a:spcBef>
              <a:spcAft>
                <a:spcPts val="1275"/>
              </a:spcAft>
              <a:buNone/>
            </a:pPr>
            <a:r>
              <a:rPr lang="en-US" sz="1275" b="1" dirty="0">
                <a:solidFill>
                  <a:srgbClr val="2B2552"/>
                </a:solidFill>
                <a:latin typeface="Nunito" pitchFamily="34" charset="0"/>
                <a:ea typeface="Nunito" pitchFamily="34" charset="-122"/>
                <a:cs typeface="Nunito" pitchFamily="34" charset="-120"/>
              </a:rPr>
              <a:t>(walks / is walking)</a:t>
            </a:r>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 to school.</a:t>
            </a:r>
            <a:endParaRPr lang="en-US" sz="1275" dirty="0"/>
          </a:p>
        </p:txBody>
      </p:sp>
      <p:sp>
        <p:nvSpPr>
          <p:cNvPr id="50" name="Text 48"/>
          <p:cNvSpPr/>
          <p:nvPr/>
        </p:nvSpPr>
        <p:spPr>
          <a:xfrm>
            <a:off x="7229475" y="3033713"/>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FF6F91"/>
                </a:solidFill>
                <a:latin typeface="Fredoka" pitchFamily="34" charset="0"/>
                <a:ea typeface="Fredoka" pitchFamily="34" charset="-122"/>
                <a:cs typeface="Fredoka" pitchFamily="34" charset="-120"/>
              </a:rPr>
              <a:t>2 · Complete</a:t>
            </a:r>
            <a:endParaRPr lang="en-US" sz="1275" dirty="0"/>
          </a:p>
        </p:txBody>
      </p:sp>
      <p:sp>
        <p:nvSpPr>
          <p:cNvPr id="51" name="Text 49"/>
          <p:cNvSpPr/>
          <p:nvPr/>
        </p:nvSpPr>
        <p:spPr>
          <a:xfrm>
            <a:off x="7229475" y="3386138"/>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We ___ (visit) our grandparents last weekend.</a:t>
            </a:r>
            <a:endParaRPr lang="en-US" sz="1275" dirty="0"/>
          </a:p>
        </p:txBody>
      </p:sp>
      <p:sp>
        <p:nvSpPr>
          <p:cNvPr id="52" name="Text 50"/>
          <p:cNvSpPr/>
          <p:nvPr/>
        </p:nvSpPr>
        <p:spPr>
          <a:xfrm>
            <a:off x="1323975" y="4700588"/>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0E8C6E"/>
                </a:solidFill>
                <a:latin typeface="Fredoka" pitchFamily="34" charset="0"/>
                <a:ea typeface="Fredoka" pitchFamily="34" charset="-122"/>
                <a:cs typeface="Fredoka" pitchFamily="34" charset="-120"/>
              </a:rPr>
              <a:t>3 · Correct</a:t>
            </a:r>
            <a:endParaRPr lang="en-US" sz="1275" dirty="0"/>
          </a:p>
        </p:txBody>
      </p:sp>
      <p:sp>
        <p:nvSpPr>
          <p:cNvPr id="53" name="Text 51"/>
          <p:cNvSpPr/>
          <p:nvPr/>
        </p:nvSpPr>
        <p:spPr>
          <a:xfrm>
            <a:off x="1323975" y="5053013"/>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I have seen that film yesterday.</a:t>
            </a:r>
            <a:endParaRPr lang="en-US" sz="1275" dirty="0"/>
          </a:p>
        </p:txBody>
      </p:sp>
      <p:sp>
        <p:nvSpPr>
          <p:cNvPr id="54" name="Text 52"/>
          <p:cNvSpPr/>
          <p:nvPr/>
        </p:nvSpPr>
        <p:spPr>
          <a:xfrm>
            <a:off x="7229475" y="4700588"/>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1B86AE"/>
                </a:solidFill>
                <a:latin typeface="Fredoka" pitchFamily="34" charset="0"/>
                <a:ea typeface="Fredoka" pitchFamily="34" charset="-122"/>
                <a:cs typeface="Fredoka" pitchFamily="34" charset="-120"/>
              </a:rPr>
              <a:t>4 · Transform</a:t>
            </a:r>
            <a:endParaRPr lang="en-US" sz="1275" dirty="0"/>
          </a:p>
        </p:txBody>
      </p:sp>
      <p:sp>
        <p:nvSpPr>
          <p:cNvPr id="55" name="Text 53"/>
          <p:cNvSpPr/>
          <p:nvPr/>
        </p:nvSpPr>
        <p:spPr>
          <a:xfrm>
            <a:off x="7229475" y="5053013"/>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There is a café. → Make it plural.</a:t>
            </a:r>
            <a:endParaRPr lang="en-US" sz="1275" dirty="0"/>
          </a:p>
        </p:txBody>
      </p:sp>
      <p:sp>
        <p:nvSpPr>
          <p:cNvPr id="56" name="Text 54"/>
          <p:cNvSpPr/>
          <p:nvPr/>
        </p:nvSpPr>
        <p:spPr>
          <a:xfrm>
            <a:off x="1323975" y="6367463"/>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B58400"/>
                </a:solidFill>
                <a:latin typeface="Fredoka" pitchFamily="34" charset="0"/>
                <a:ea typeface="Fredoka" pitchFamily="34" charset="-122"/>
                <a:cs typeface="Fredoka" pitchFamily="34" charset="-120"/>
              </a:rPr>
              <a:t>5 · Compare</a:t>
            </a:r>
            <a:endParaRPr lang="en-US" sz="1275" dirty="0"/>
          </a:p>
        </p:txBody>
      </p:sp>
      <p:sp>
        <p:nvSpPr>
          <p:cNvPr id="57" name="Text 55"/>
          <p:cNvSpPr/>
          <p:nvPr/>
        </p:nvSpPr>
        <p:spPr>
          <a:xfrm>
            <a:off x="1323975" y="6719888"/>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summer / hot / spring</a:t>
            </a:r>
            <a:endParaRPr lang="en-US" sz="1275" dirty="0"/>
          </a:p>
        </p:txBody>
      </p:sp>
      <p:sp>
        <p:nvSpPr>
          <p:cNvPr id="58" name="Text 56"/>
          <p:cNvSpPr/>
          <p:nvPr/>
        </p:nvSpPr>
        <p:spPr>
          <a:xfrm>
            <a:off x="7229475" y="6367463"/>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7C5CFC"/>
                </a:solidFill>
                <a:latin typeface="Fredoka" pitchFamily="34" charset="0"/>
                <a:ea typeface="Fredoka" pitchFamily="34" charset="-122"/>
                <a:cs typeface="Fredoka" pitchFamily="34" charset="-120"/>
              </a:rPr>
              <a:t>6 · Future</a:t>
            </a:r>
            <a:endParaRPr lang="en-US" sz="1275" dirty="0"/>
          </a:p>
        </p:txBody>
      </p:sp>
      <p:sp>
        <p:nvSpPr>
          <p:cNvPr id="59" name="Text 57"/>
          <p:cNvSpPr/>
          <p:nvPr/>
        </p:nvSpPr>
        <p:spPr>
          <a:xfrm>
            <a:off x="7229475" y="6719888"/>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I think our class ___ (enjoy) today’s game.</a:t>
            </a:r>
            <a:endParaRPr lang="en-US" sz="1275" dirty="0"/>
          </a:p>
        </p:txBody>
      </p:sp>
      <p:sp>
        <p:nvSpPr>
          <p:cNvPr id="60" name="Text 58"/>
          <p:cNvSpPr/>
          <p:nvPr/>
        </p:nvSpPr>
        <p:spPr>
          <a:xfrm>
            <a:off x="1323975" y="8034338"/>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FF6F91"/>
                </a:solidFill>
                <a:latin typeface="Fredoka" pitchFamily="34" charset="0"/>
                <a:ea typeface="Fredoka" pitchFamily="34" charset="-122"/>
                <a:cs typeface="Fredoka" pitchFamily="34" charset="-120"/>
              </a:rPr>
              <a:t>7 · Condition</a:t>
            </a:r>
            <a:endParaRPr lang="en-US" sz="1275" dirty="0"/>
          </a:p>
        </p:txBody>
      </p:sp>
      <p:sp>
        <p:nvSpPr>
          <p:cNvPr id="61" name="Text 59"/>
          <p:cNvSpPr/>
          <p:nvPr/>
        </p:nvSpPr>
        <p:spPr>
          <a:xfrm>
            <a:off x="1323975" y="8386763"/>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If it ___ (rain), we ___ (stay) home.</a:t>
            </a:r>
            <a:endParaRPr lang="en-US" sz="1275" dirty="0"/>
          </a:p>
        </p:txBody>
      </p:sp>
      <p:sp>
        <p:nvSpPr>
          <p:cNvPr id="62" name="Text 60"/>
          <p:cNvSpPr/>
          <p:nvPr/>
        </p:nvSpPr>
        <p:spPr>
          <a:xfrm>
            <a:off x="7229475" y="8034338"/>
            <a:ext cx="5420678" cy="190500"/>
          </a:xfrm>
          <a:prstGeom prst="rect">
            <a:avLst/>
          </a:prstGeom>
          <a:noFill/>
          <a:ln/>
        </p:spPr>
        <p:txBody>
          <a:bodyPr wrap="square" lIns="0" tIns="0" rIns="0" bIns="0" rtlCol="0" anchor="t"/>
          <a:lstStyle/>
          <a:p>
            <a:pPr algn="l" indent="0" marL="0">
              <a:spcBef>
                <a:spcPts val="1275"/>
              </a:spcBef>
              <a:spcAft>
                <a:spcPts val="1275"/>
              </a:spcAft>
              <a:buNone/>
            </a:pPr>
            <a:r>
              <a:rPr lang="en-US" sz="1275" b="1" dirty="0">
                <a:solidFill>
                  <a:srgbClr val="0E8C6E"/>
                </a:solidFill>
                <a:latin typeface="Fredoka" pitchFamily="34" charset="0"/>
                <a:ea typeface="Fredoka" pitchFamily="34" charset="-122"/>
                <a:cs typeface="Fredoka" pitchFamily="34" charset="-120"/>
              </a:rPr>
              <a:t>8 · Experience</a:t>
            </a:r>
            <a:endParaRPr lang="en-US" sz="1275" dirty="0"/>
          </a:p>
        </p:txBody>
      </p:sp>
      <p:sp>
        <p:nvSpPr>
          <p:cNvPr id="63" name="Text 61"/>
          <p:cNvSpPr/>
          <p:nvPr/>
        </p:nvSpPr>
        <p:spPr>
          <a:xfrm>
            <a:off x="7229475" y="8386763"/>
            <a:ext cx="5420678" cy="190500"/>
          </a:xfrm>
          <a:prstGeom prst="rect">
            <a:avLst/>
          </a:prstGeom>
          <a:noFill/>
          <a:ln/>
        </p:spPr>
        <p:txBody>
          <a:bodyPr wrap="square" lIns="0" tIns="0" rIns="0" bIns="0" rtlCol="0" anchor="t"/>
          <a:lstStyle/>
          <a:p>
            <a:pPr algn="l" indent="0" marL="0">
              <a:spcBef>
                <a:spcPts val="300"/>
              </a:spcBef>
              <a:spcAft>
                <a:spcPts val="1275"/>
              </a:spcAft>
              <a:buNone/>
            </a:pPr>
            <a:r>
              <a:rPr lang="en-US" sz="1275" dirty="0">
                <a:solidFill>
                  <a:srgbClr val="2B2552"/>
                </a:solidFill>
                <a:latin typeface="Nunito" pitchFamily="34" charset="0"/>
                <a:ea typeface="Nunito" pitchFamily="34" charset="-122"/>
                <a:cs typeface="Nunito" pitchFamily="34" charset="-120"/>
              </a:rPr>
              <a:t>___ you ever ___ (try) snowboarding?</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2096750" y="952500"/>
            <a:ext cx="571500" cy="571500"/>
          </a:xfrm>
          <a:prstGeom prst="rect">
            <a:avLst/>
          </a:prstGeom>
          <a:solidFill>
            <a:srgbClr val="FFC83D"/>
          </a:solidFill>
          <a:ln/>
        </p:spPr>
      </p:sp>
      <p:sp>
        <p:nvSpPr>
          <p:cNvPr id="4" name="Shape 2"/>
          <p:cNvSpPr/>
          <p:nvPr/>
        </p:nvSpPr>
        <p:spPr>
          <a:xfrm>
            <a:off x="1009650" y="2500313"/>
            <a:ext cx="5734050" cy="3233142"/>
          </a:xfrm>
          <a:prstGeom prst="roundRect">
            <a:avLst>
              <a:gd name="adj" fmla="val 7660"/>
            </a:avLst>
          </a:prstGeom>
          <a:solidFill>
            <a:srgbClr val="FFFFFF"/>
          </a:solidFill>
          <a:ln/>
          <a:effectLst>
            <a:outerShdw sx="100000" sy="100000" kx="0" ky="0" algn="bl" rotWithShape="0" blurRad="285750" dist="133350" dir="5400000">
              <a:srgbClr val="FFC83D">
                <a:alpha val="20000"/>
              </a:srgbClr>
            </a:outerShdw>
          </a:effectLst>
        </p:spPr>
      </p:sp>
      <p:sp>
        <p:nvSpPr>
          <p:cNvPr id="5" name="Shape 3"/>
          <p:cNvSpPr/>
          <p:nvPr/>
        </p:nvSpPr>
        <p:spPr>
          <a:xfrm>
            <a:off x="6972300" y="2500313"/>
            <a:ext cx="5734050" cy="3233142"/>
          </a:xfrm>
          <a:prstGeom prst="roundRect">
            <a:avLst>
              <a:gd name="adj" fmla="val 7660"/>
            </a:avLst>
          </a:prstGeom>
          <a:solidFill>
            <a:srgbClr val="FFFFFF"/>
          </a:solidFill>
          <a:ln/>
          <a:effectLst>
            <a:outerShdw sx="100000" sy="100000" kx="0" ky="0" algn="bl" rotWithShape="0" blurRad="285750" dist="133350" dir="5400000">
              <a:srgbClr val="4CC9F0">
                <a:alpha val="18000"/>
              </a:srgbClr>
            </a:outerShdw>
          </a:effectLst>
        </p:spPr>
      </p:sp>
      <p:sp>
        <p:nvSpPr>
          <p:cNvPr id="6" name="Shape 4"/>
          <p:cNvSpPr/>
          <p:nvPr/>
        </p:nvSpPr>
        <p:spPr>
          <a:xfrm>
            <a:off x="1009650" y="5962055"/>
            <a:ext cx="2838450" cy="981075"/>
          </a:xfrm>
          <a:prstGeom prst="roundRect">
            <a:avLst>
              <a:gd name="adj" fmla="val 15534"/>
            </a:avLst>
          </a:prstGeom>
          <a:solidFill>
            <a:srgbClr val="FFFFFF"/>
          </a:solidFill>
          <a:ln/>
        </p:spPr>
      </p:sp>
      <p:sp>
        <p:nvSpPr>
          <p:cNvPr id="7" name="Shape 5"/>
          <p:cNvSpPr/>
          <p:nvPr/>
        </p:nvSpPr>
        <p:spPr>
          <a:xfrm>
            <a:off x="3962400" y="5962055"/>
            <a:ext cx="2838450" cy="981075"/>
          </a:xfrm>
          <a:prstGeom prst="roundRect">
            <a:avLst>
              <a:gd name="adj" fmla="val 15534"/>
            </a:avLst>
          </a:prstGeom>
          <a:solidFill>
            <a:srgbClr val="FFFFFF"/>
          </a:solidFill>
          <a:ln/>
        </p:spPr>
      </p:sp>
      <p:sp>
        <p:nvSpPr>
          <p:cNvPr id="8" name="Shape 6"/>
          <p:cNvSpPr/>
          <p:nvPr/>
        </p:nvSpPr>
        <p:spPr>
          <a:xfrm>
            <a:off x="6915150" y="5962055"/>
            <a:ext cx="2838450" cy="981075"/>
          </a:xfrm>
          <a:prstGeom prst="roundRect">
            <a:avLst>
              <a:gd name="adj" fmla="val 15534"/>
            </a:avLst>
          </a:prstGeom>
          <a:solidFill>
            <a:srgbClr val="FFFFFF"/>
          </a:solidFill>
          <a:ln/>
        </p:spPr>
      </p:sp>
      <p:sp>
        <p:nvSpPr>
          <p:cNvPr id="9" name="Shape 7"/>
          <p:cNvSpPr/>
          <p:nvPr/>
        </p:nvSpPr>
        <p:spPr>
          <a:xfrm>
            <a:off x="9867900" y="5962055"/>
            <a:ext cx="2838450" cy="981075"/>
          </a:xfrm>
          <a:prstGeom prst="roundRect">
            <a:avLst>
              <a:gd name="adj" fmla="val 15534"/>
            </a:avLst>
          </a:prstGeom>
          <a:solidFill>
            <a:srgbClr val="FFFFFF"/>
          </a:solidFill>
          <a:ln/>
        </p:spPr>
      </p:sp>
      <p:sp>
        <p:nvSpPr>
          <p:cNvPr id="10" name="Shape 8"/>
          <p:cNvSpPr/>
          <p:nvPr/>
        </p:nvSpPr>
        <p:spPr>
          <a:xfrm>
            <a:off x="1009650" y="2543175"/>
            <a:ext cx="5734050" cy="0"/>
          </a:xfrm>
          <a:prstGeom prst="line">
            <a:avLst/>
          </a:prstGeom>
          <a:noFill/>
          <a:ln w="85725">
            <a:solidFill>
              <a:srgbClr val="FFC83D"/>
            </a:solidFill>
            <a:prstDash val="solid"/>
          </a:ln>
        </p:spPr>
      </p:sp>
      <p:sp>
        <p:nvSpPr>
          <p:cNvPr id="11" name="Shape 9"/>
          <p:cNvSpPr/>
          <p:nvPr/>
        </p:nvSpPr>
        <p:spPr>
          <a:xfrm>
            <a:off x="6729413" y="2500313"/>
            <a:ext cx="0" cy="3233142"/>
          </a:xfrm>
          <a:prstGeom prst="line">
            <a:avLst/>
          </a:prstGeom>
          <a:noFill/>
          <a:ln w="28575">
            <a:solidFill>
              <a:srgbClr val="EFE7FF"/>
            </a:solidFill>
            <a:prstDash val="solid"/>
          </a:ln>
        </p:spPr>
      </p:sp>
      <p:sp>
        <p:nvSpPr>
          <p:cNvPr id="12" name="Shape 10"/>
          <p:cNvSpPr/>
          <p:nvPr/>
        </p:nvSpPr>
        <p:spPr>
          <a:xfrm>
            <a:off x="1009650" y="5719167"/>
            <a:ext cx="5734050" cy="0"/>
          </a:xfrm>
          <a:prstGeom prst="line">
            <a:avLst/>
          </a:prstGeom>
          <a:noFill/>
          <a:ln w="28575">
            <a:solidFill>
              <a:srgbClr val="EFE7FF"/>
            </a:solidFill>
            <a:prstDash val="solid"/>
          </a:ln>
        </p:spPr>
      </p:sp>
      <p:sp>
        <p:nvSpPr>
          <p:cNvPr id="13" name="Shape 11"/>
          <p:cNvSpPr/>
          <p:nvPr/>
        </p:nvSpPr>
        <p:spPr>
          <a:xfrm>
            <a:off x="1023938" y="2500313"/>
            <a:ext cx="0" cy="3233142"/>
          </a:xfrm>
          <a:prstGeom prst="line">
            <a:avLst/>
          </a:prstGeom>
          <a:noFill/>
          <a:ln w="28575">
            <a:solidFill>
              <a:srgbClr val="EFE7FF"/>
            </a:solidFill>
            <a:prstDash val="solid"/>
          </a:ln>
        </p:spPr>
      </p:sp>
      <p:sp>
        <p:nvSpPr>
          <p:cNvPr id="14" name="Shape 12"/>
          <p:cNvSpPr/>
          <p:nvPr/>
        </p:nvSpPr>
        <p:spPr>
          <a:xfrm>
            <a:off x="6972300" y="2543175"/>
            <a:ext cx="5734050" cy="0"/>
          </a:xfrm>
          <a:prstGeom prst="line">
            <a:avLst/>
          </a:prstGeom>
          <a:noFill/>
          <a:ln w="85725">
            <a:solidFill>
              <a:srgbClr val="4CC9F0"/>
            </a:solidFill>
            <a:prstDash val="solid"/>
          </a:ln>
        </p:spPr>
      </p:sp>
      <p:sp>
        <p:nvSpPr>
          <p:cNvPr id="15" name="Shape 13"/>
          <p:cNvSpPr/>
          <p:nvPr/>
        </p:nvSpPr>
        <p:spPr>
          <a:xfrm>
            <a:off x="12692062" y="2500313"/>
            <a:ext cx="0" cy="3233142"/>
          </a:xfrm>
          <a:prstGeom prst="line">
            <a:avLst/>
          </a:prstGeom>
          <a:noFill/>
          <a:ln w="28575">
            <a:solidFill>
              <a:srgbClr val="EFE7FF"/>
            </a:solidFill>
            <a:prstDash val="solid"/>
          </a:ln>
        </p:spPr>
      </p:sp>
      <p:sp>
        <p:nvSpPr>
          <p:cNvPr id="16" name="Shape 14"/>
          <p:cNvSpPr/>
          <p:nvPr/>
        </p:nvSpPr>
        <p:spPr>
          <a:xfrm>
            <a:off x="6972300" y="5719167"/>
            <a:ext cx="5734050" cy="0"/>
          </a:xfrm>
          <a:prstGeom prst="line">
            <a:avLst/>
          </a:prstGeom>
          <a:noFill/>
          <a:ln w="28575">
            <a:solidFill>
              <a:srgbClr val="EFE7FF"/>
            </a:solidFill>
            <a:prstDash val="solid"/>
          </a:ln>
        </p:spPr>
      </p:sp>
      <p:sp>
        <p:nvSpPr>
          <p:cNvPr id="17" name="Shape 15"/>
          <p:cNvSpPr/>
          <p:nvPr/>
        </p:nvSpPr>
        <p:spPr>
          <a:xfrm>
            <a:off x="6986588" y="2500313"/>
            <a:ext cx="0" cy="3233142"/>
          </a:xfrm>
          <a:prstGeom prst="line">
            <a:avLst/>
          </a:prstGeom>
          <a:noFill/>
          <a:ln w="28575">
            <a:solidFill>
              <a:srgbClr val="EFE7FF"/>
            </a:solidFill>
            <a:prstDash val="solid"/>
          </a:ln>
        </p:spPr>
      </p:sp>
      <p:sp>
        <p:nvSpPr>
          <p:cNvPr id="18" name="Text 16"/>
          <p:cNvSpPr/>
          <p:nvPr/>
        </p:nvSpPr>
        <p:spPr>
          <a:xfrm>
            <a:off x="1009650" y="1009650"/>
            <a:ext cx="1908832" cy="295275"/>
          </a:xfrm>
          <a:prstGeom prst="rect">
            <a:avLst/>
          </a:prstGeom>
          <a:noFill/>
          <a:ln/>
        </p:spPr>
        <p:txBody>
          <a:bodyPr wrap="square" lIns="171450" tIns="66675" rIns="171450" bIns="66675" rtlCol="0" anchor="t"/>
          <a:lstStyle/>
          <a:p>
            <a:pPr algn="l" indent="0" marL="0">
              <a:buNone/>
            </a:pPr>
            <a:r>
              <a:rPr lang="en-US" sz="1125" b="1" dirty="0">
                <a:solidFill>
                  <a:srgbClr val="E03E66"/>
                </a:solidFill>
                <a:latin typeface="Fredoka" pitchFamily="34" charset="0"/>
                <a:ea typeface="Fredoka" pitchFamily="34" charset="-122"/>
                <a:cs typeface="Fredoka" pitchFamily="34" charset="-120"/>
              </a:rPr>
              <a:t>READING · 12 MIN</a:t>
            </a:r>
            <a:endParaRPr lang="en-US" sz="1125" dirty="0"/>
          </a:p>
        </p:txBody>
      </p:sp>
      <p:sp>
        <p:nvSpPr>
          <p:cNvPr id="19" name="Text 17"/>
          <p:cNvSpPr/>
          <p:nvPr/>
        </p:nvSpPr>
        <p:spPr>
          <a:xfrm>
            <a:off x="1009650" y="1419225"/>
            <a:ext cx="6234998" cy="495300"/>
          </a:xfrm>
          <a:prstGeom prst="rect">
            <a:avLst/>
          </a:prstGeom>
          <a:noFill/>
          <a:ln/>
        </p:spPr>
        <p:txBody>
          <a:bodyPr wrap="square" lIns="0" tIns="0" rIns="0" bIns="0" rtlCol="0" anchor="t"/>
          <a:lstStyle/>
          <a:p>
            <a:pPr algn="l" indent="0" marL="0">
              <a:lnSpc>
                <a:spcPts val="3900"/>
              </a:lnSpc>
              <a:spcBef>
                <a:spcPts val="900"/>
              </a:spcBef>
              <a:spcAft>
                <a:spcPts val="2513"/>
              </a:spcAft>
              <a:buNone/>
            </a:pPr>
            <a:r>
              <a:rPr lang="en-US" sz="3750" b="1" dirty="0">
                <a:solidFill>
                  <a:srgbClr val="2B2552"/>
                </a:solidFill>
                <a:latin typeface="Fredoka" pitchFamily="34" charset="0"/>
                <a:ea typeface="Fredoka" pitchFamily="34" charset="-122"/>
                <a:cs typeface="Fredoka" pitchFamily="34" charset="-120"/>
              </a:rPr>
              <a:t>Two Seasonal Updates 📖</a:t>
            </a:r>
            <a:endParaRPr lang="en-US" sz="3750" dirty="0"/>
          </a:p>
        </p:txBody>
      </p:sp>
      <p:sp>
        <p:nvSpPr>
          <p:cNvPr id="20" name="Text 18"/>
          <p:cNvSpPr/>
          <p:nvPr/>
        </p:nvSpPr>
        <p:spPr>
          <a:xfrm rot="21420000">
            <a:off x="11182201" y="1426369"/>
            <a:ext cx="1600200"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Read &amp; notice</a:t>
            </a:r>
            <a:endParaRPr lang="en-US" sz="1350" dirty="0"/>
          </a:p>
        </p:txBody>
      </p:sp>
      <p:sp>
        <p:nvSpPr>
          <p:cNvPr id="21" name="Text 19"/>
          <p:cNvSpPr/>
          <p:nvPr/>
        </p:nvSpPr>
        <p:spPr>
          <a:xfrm>
            <a:off x="1304925" y="3058269"/>
            <a:ext cx="1753500" cy="295275"/>
          </a:xfrm>
          <a:prstGeom prst="rect">
            <a:avLst/>
          </a:prstGeom>
          <a:noFill/>
          <a:ln/>
        </p:spPr>
        <p:txBody>
          <a:bodyPr wrap="square" lIns="0" tIns="0" rIns="0" bIns="0" rtlCol="0" anchor="t"/>
          <a:lstStyle/>
          <a:p>
            <a:pPr algn="l" indent="0" marL="0">
              <a:spcBef>
                <a:spcPts val="1618"/>
              </a:spcBef>
              <a:spcAft>
                <a:spcPts val="1618"/>
              </a:spcAft>
              <a:buNone/>
            </a:pPr>
            <a:r>
              <a:rPr lang="en-US" sz="1950" b="1" dirty="0">
                <a:solidFill>
                  <a:srgbClr val="B58400"/>
                </a:solidFill>
                <a:latin typeface="Fredoka" pitchFamily="34" charset="0"/>
                <a:ea typeface="Fredoka" pitchFamily="34" charset="-122"/>
                <a:cs typeface="Fredoka" pitchFamily="34" charset="-120"/>
              </a:rPr>
              <a:t>Leo’s summer</a:t>
            </a:r>
            <a:endParaRPr lang="en-US" sz="1950" dirty="0"/>
          </a:p>
        </p:txBody>
      </p:sp>
      <p:sp>
        <p:nvSpPr>
          <p:cNvPr id="22" name="Text 20"/>
          <p:cNvSpPr/>
          <p:nvPr/>
        </p:nvSpPr>
        <p:spPr>
          <a:xfrm>
            <a:off x="6003727" y="2986832"/>
            <a:ext cx="466933" cy="438150"/>
          </a:xfrm>
          <a:prstGeom prst="rect">
            <a:avLst/>
          </a:prstGeom>
          <a:noFill/>
          <a:ln/>
        </p:spPr>
        <p:txBody>
          <a:bodyPr wrap="square" lIns="0" tIns="0" rIns="0" bIns="0" rtlCol="0" anchor="t"/>
          <a:lstStyle/>
          <a:p>
            <a:pPr algn="l" indent="0" marL="0">
              <a:buNone/>
            </a:pPr>
            <a:r>
              <a:rPr lang="en-US" sz="2550" dirty="0">
                <a:solidFill>
                  <a:srgbClr val="2B2552"/>
                </a:solidFill>
                <a:latin typeface="Nunito" pitchFamily="34" charset="0"/>
                <a:ea typeface="Nunito" pitchFamily="34" charset="-122"/>
                <a:cs typeface="Nunito" pitchFamily="34" charset="-120"/>
              </a:rPr>
              <a:t>☀️</a:t>
            </a:r>
            <a:endParaRPr lang="en-US" sz="2550" dirty="0"/>
          </a:p>
        </p:txBody>
      </p:sp>
      <p:sp>
        <p:nvSpPr>
          <p:cNvPr id="23" name="Text 21"/>
          <p:cNvSpPr/>
          <p:nvPr/>
        </p:nvSpPr>
        <p:spPr>
          <a:xfrm>
            <a:off x="1304925" y="3673376"/>
            <a:ext cx="5400675" cy="1602879"/>
          </a:xfrm>
          <a:prstGeom prst="rect">
            <a:avLst/>
          </a:prstGeom>
          <a:noFill/>
          <a:ln/>
        </p:spPr>
        <p:txBody>
          <a:bodyPr wrap="square" lIns="0" tIns="0" rIns="0" bIns="0" rtlCol="0" anchor="t"/>
          <a:lstStyle/>
          <a:p>
            <a:pPr algn="l" indent="0" marL="0">
              <a:lnSpc>
                <a:spcPts val="2104"/>
              </a:lnSpc>
              <a:spcBef>
                <a:spcPts val="900"/>
              </a:spcBef>
              <a:spcAft>
                <a:spcPts val="1275"/>
              </a:spcAft>
              <a:buNone/>
            </a:pPr>
            <a:r>
              <a:rPr lang="en-US" sz="1275" dirty="0">
                <a:solidFill>
                  <a:srgbClr val="3A3457"/>
                </a:solidFill>
                <a:latin typeface="Nunito" pitchFamily="34" charset="0"/>
                <a:ea typeface="Nunito" pitchFamily="34" charset="-122"/>
                <a:cs typeface="Nunito" pitchFamily="34" charset="-120"/>
              </a:rPr>
              <a:t>I usually spend July with my grandparents, but this year I am staying in the city. Last weekend, I went to an outdoor festival with my cousin. I have never danced in front of so many people before! Next Saturday, I think we will visit the lake. If the weather is warm, we will rent bikes. The lake is quieter than the city, and there are several picnic areas near the water.</a:t>
            </a:r>
            <a:endParaRPr lang="en-US" sz="1275" dirty="0"/>
          </a:p>
        </p:txBody>
      </p:sp>
      <p:sp>
        <p:nvSpPr>
          <p:cNvPr id="24" name="Text 22"/>
          <p:cNvSpPr/>
          <p:nvPr/>
        </p:nvSpPr>
        <p:spPr>
          <a:xfrm>
            <a:off x="7267575" y="3058269"/>
            <a:ext cx="1637705" cy="295275"/>
          </a:xfrm>
          <a:prstGeom prst="rect">
            <a:avLst/>
          </a:prstGeom>
          <a:noFill/>
          <a:ln/>
        </p:spPr>
        <p:txBody>
          <a:bodyPr wrap="square" lIns="0" tIns="0" rIns="0" bIns="0" rtlCol="0" anchor="t"/>
          <a:lstStyle/>
          <a:p>
            <a:pPr algn="l" indent="0" marL="0">
              <a:spcBef>
                <a:spcPts val="1618"/>
              </a:spcBef>
              <a:spcAft>
                <a:spcPts val="1618"/>
              </a:spcAft>
              <a:buNone/>
            </a:pPr>
            <a:r>
              <a:rPr lang="en-US" sz="1950" b="1" dirty="0">
                <a:solidFill>
                  <a:srgbClr val="1B86AE"/>
                </a:solidFill>
                <a:latin typeface="Fredoka" pitchFamily="34" charset="0"/>
                <a:ea typeface="Fredoka" pitchFamily="34" charset="-122"/>
                <a:cs typeface="Fredoka" pitchFamily="34" charset="-120"/>
              </a:rPr>
              <a:t>Nora’s winter</a:t>
            </a:r>
            <a:endParaRPr lang="en-US" sz="1950" dirty="0"/>
          </a:p>
        </p:txBody>
      </p:sp>
      <p:sp>
        <p:nvSpPr>
          <p:cNvPr id="25" name="Text 23"/>
          <p:cNvSpPr/>
          <p:nvPr/>
        </p:nvSpPr>
        <p:spPr>
          <a:xfrm>
            <a:off x="11966377" y="2986832"/>
            <a:ext cx="466933" cy="438150"/>
          </a:xfrm>
          <a:prstGeom prst="rect">
            <a:avLst/>
          </a:prstGeom>
          <a:noFill/>
          <a:ln/>
        </p:spPr>
        <p:txBody>
          <a:bodyPr wrap="square" lIns="0" tIns="0" rIns="0" bIns="0" rtlCol="0" anchor="t"/>
          <a:lstStyle/>
          <a:p>
            <a:pPr algn="l" indent="0" marL="0">
              <a:buNone/>
            </a:pPr>
            <a:r>
              <a:rPr lang="en-US" sz="2550" dirty="0">
                <a:solidFill>
                  <a:srgbClr val="2B2552"/>
                </a:solidFill>
                <a:latin typeface="Nunito" pitchFamily="34" charset="0"/>
                <a:ea typeface="Nunito" pitchFamily="34" charset="-122"/>
                <a:cs typeface="Nunito" pitchFamily="34" charset="-120"/>
              </a:rPr>
              <a:t>❄️</a:t>
            </a:r>
            <a:endParaRPr lang="en-US" sz="2550" dirty="0"/>
          </a:p>
        </p:txBody>
      </p:sp>
      <p:sp>
        <p:nvSpPr>
          <p:cNvPr id="26" name="Text 24"/>
          <p:cNvSpPr/>
          <p:nvPr/>
        </p:nvSpPr>
        <p:spPr>
          <a:xfrm>
            <a:off x="7267575" y="3673376"/>
            <a:ext cx="5400675" cy="1335732"/>
          </a:xfrm>
          <a:prstGeom prst="rect">
            <a:avLst/>
          </a:prstGeom>
          <a:noFill/>
          <a:ln/>
        </p:spPr>
        <p:txBody>
          <a:bodyPr wrap="square" lIns="0" tIns="0" rIns="0" bIns="0" rtlCol="0" anchor="t"/>
          <a:lstStyle/>
          <a:p>
            <a:pPr algn="l" indent="0" marL="0">
              <a:lnSpc>
                <a:spcPts val="2104"/>
              </a:lnSpc>
              <a:spcBef>
                <a:spcPts val="900"/>
              </a:spcBef>
              <a:spcAft>
                <a:spcPts val="1275"/>
              </a:spcAft>
              <a:buNone/>
            </a:pPr>
            <a:r>
              <a:rPr lang="en-US" sz="1275" dirty="0">
                <a:solidFill>
                  <a:srgbClr val="3A3457"/>
                </a:solidFill>
                <a:latin typeface="Nunito" pitchFamily="34" charset="0"/>
                <a:ea typeface="Nunito" pitchFamily="34" charset="-122"/>
                <a:cs typeface="Nunito" pitchFamily="34" charset="-120"/>
              </a:rPr>
              <a:t>Winters are usually mild here, but this week it is snowing. Yesterday, my family made soup and watched a film. I have already finished two books this holiday. Tomorrow, I will meet my friend online. If the snow stops, we will walk to the old square. It is more beautiful in winter, and there is a small market beside the museum.</a:t>
            </a:r>
            <a:endParaRPr lang="en-US" sz="1275" dirty="0"/>
          </a:p>
        </p:txBody>
      </p:sp>
      <p:sp>
        <p:nvSpPr>
          <p:cNvPr id="27" name="Text 25"/>
          <p:cNvSpPr/>
          <p:nvPr/>
        </p:nvSpPr>
        <p:spPr>
          <a:xfrm>
            <a:off x="1162050" y="6266855"/>
            <a:ext cx="2660333" cy="200025"/>
          </a:xfrm>
          <a:prstGeom prst="rect">
            <a:avLst/>
          </a:prstGeom>
          <a:noFill/>
          <a:ln/>
        </p:spPr>
        <p:txBody>
          <a:bodyPr wrap="square" lIns="0" tIns="0" rIns="0" bIns="0" rtlCol="0" anchor="t"/>
          <a:lstStyle/>
          <a:p>
            <a:pPr algn="l" indent="0" marL="0">
              <a:spcBef>
                <a:spcPts val="1200"/>
              </a:spcBef>
              <a:spcAft>
                <a:spcPts val="1200"/>
              </a:spcAft>
              <a:buNone/>
            </a:pPr>
            <a:r>
              <a:rPr lang="en-US" sz="1200" b="1" dirty="0">
                <a:solidFill>
                  <a:srgbClr val="2B2552"/>
                </a:solidFill>
                <a:latin typeface="Nunito" pitchFamily="34" charset="0"/>
                <a:ea typeface="Nunito" pitchFamily="34" charset="-122"/>
                <a:cs typeface="Nunito" pitchFamily="34" charset="-120"/>
              </a:rPr>
              <a:t>1️⃣ What is different this year?</a:t>
            </a:r>
            <a:endParaRPr lang="en-US" sz="1200" dirty="0"/>
          </a:p>
        </p:txBody>
      </p:sp>
      <p:sp>
        <p:nvSpPr>
          <p:cNvPr id="28" name="Text 26"/>
          <p:cNvSpPr/>
          <p:nvPr/>
        </p:nvSpPr>
        <p:spPr>
          <a:xfrm>
            <a:off x="4114800" y="6266855"/>
            <a:ext cx="2660333" cy="371475"/>
          </a:xfrm>
          <a:prstGeom prst="rect">
            <a:avLst/>
          </a:prstGeom>
          <a:noFill/>
          <a:ln/>
        </p:spPr>
        <p:txBody>
          <a:bodyPr wrap="square" lIns="0" tIns="0" rIns="0" bIns="0" rtlCol="0" anchor="t"/>
          <a:lstStyle/>
          <a:p>
            <a:pPr algn="l" indent="0" marL="0">
              <a:spcBef>
                <a:spcPts val="1200"/>
              </a:spcBef>
              <a:spcAft>
                <a:spcPts val="1200"/>
              </a:spcAft>
              <a:buNone/>
            </a:pPr>
            <a:r>
              <a:rPr lang="en-US" sz="1200" b="1" dirty="0">
                <a:solidFill>
                  <a:srgbClr val="2B2552"/>
                </a:solidFill>
                <a:latin typeface="Nunito" pitchFamily="34" charset="0"/>
                <a:ea typeface="Nunito" pitchFamily="34" charset="-122"/>
                <a:cs typeface="Nunito" pitchFamily="34" charset="-120"/>
              </a:rPr>
              <a:t>2️⃣ What happened yesterday / last weekend?</a:t>
            </a:r>
            <a:endParaRPr lang="en-US" sz="1200" dirty="0"/>
          </a:p>
        </p:txBody>
      </p:sp>
      <p:sp>
        <p:nvSpPr>
          <p:cNvPr id="29" name="Text 27"/>
          <p:cNvSpPr/>
          <p:nvPr/>
        </p:nvSpPr>
        <p:spPr>
          <a:xfrm>
            <a:off x="7067550" y="6266855"/>
            <a:ext cx="2660333" cy="200025"/>
          </a:xfrm>
          <a:prstGeom prst="rect">
            <a:avLst/>
          </a:prstGeom>
          <a:noFill/>
          <a:ln/>
        </p:spPr>
        <p:txBody>
          <a:bodyPr wrap="square" lIns="0" tIns="0" rIns="0" bIns="0" rtlCol="0" anchor="t"/>
          <a:lstStyle/>
          <a:p>
            <a:pPr algn="l" indent="0" marL="0">
              <a:spcBef>
                <a:spcPts val="1200"/>
              </a:spcBef>
              <a:spcAft>
                <a:spcPts val="1200"/>
              </a:spcAft>
              <a:buNone/>
            </a:pPr>
            <a:r>
              <a:rPr lang="en-US" sz="1200" b="1" dirty="0">
                <a:solidFill>
                  <a:srgbClr val="2B2552"/>
                </a:solidFill>
                <a:latin typeface="Nunito" pitchFamily="34" charset="0"/>
                <a:ea typeface="Nunito" pitchFamily="34" charset="-122"/>
                <a:cs typeface="Nunito" pitchFamily="34" charset="-120"/>
              </a:rPr>
              <a:t>3️⃣ Find two future forms.</a:t>
            </a:r>
            <a:endParaRPr lang="en-US" sz="1200" dirty="0"/>
          </a:p>
        </p:txBody>
      </p:sp>
      <p:sp>
        <p:nvSpPr>
          <p:cNvPr id="30" name="Text 28"/>
          <p:cNvSpPr/>
          <p:nvPr/>
        </p:nvSpPr>
        <p:spPr>
          <a:xfrm>
            <a:off x="10020300" y="6266855"/>
            <a:ext cx="2660333" cy="371475"/>
          </a:xfrm>
          <a:prstGeom prst="rect">
            <a:avLst/>
          </a:prstGeom>
          <a:noFill/>
          <a:ln/>
        </p:spPr>
        <p:txBody>
          <a:bodyPr wrap="square" lIns="0" tIns="0" rIns="0" bIns="0" rtlCol="0" anchor="t"/>
          <a:lstStyle/>
          <a:p>
            <a:pPr algn="l" indent="0" marL="0">
              <a:spcBef>
                <a:spcPts val="1200"/>
              </a:spcBef>
              <a:spcAft>
                <a:spcPts val="1200"/>
              </a:spcAft>
              <a:buNone/>
            </a:pPr>
            <a:r>
              <a:rPr lang="en-US" sz="1200" b="1" dirty="0">
                <a:solidFill>
                  <a:srgbClr val="2B2552"/>
                </a:solidFill>
                <a:latin typeface="Nunito" pitchFamily="34" charset="0"/>
                <a:ea typeface="Nunito" pitchFamily="34" charset="-122"/>
                <a:cs typeface="Nunito" pitchFamily="34" charset="-120"/>
              </a:rPr>
              <a:t>4️⃣ Whose update is more interesting? Why?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620500" y="1047750"/>
            <a:ext cx="952500" cy="952500"/>
          </a:xfrm>
          <a:prstGeom prst="roundRect">
            <a:avLst>
              <a:gd name="adj" fmla="val 999000"/>
            </a:avLst>
          </a:prstGeom>
          <a:solidFill>
            <a:srgbClr val="4CC9F0"/>
          </a:solidFill>
          <a:ln/>
        </p:spPr>
      </p:sp>
      <p:sp>
        <p:nvSpPr>
          <p:cNvPr id="4" name="Shape 2"/>
          <p:cNvSpPr/>
          <p:nvPr/>
        </p:nvSpPr>
        <p:spPr>
          <a:xfrm>
            <a:off x="1123950" y="2690813"/>
            <a:ext cx="3670250" cy="2758976"/>
          </a:xfrm>
          <a:prstGeom prst="roundRect">
            <a:avLst>
              <a:gd name="adj" fmla="val 8976"/>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1419225" y="3043238"/>
            <a:ext cx="495300" cy="495300"/>
          </a:xfrm>
          <a:prstGeom prst="roundRect">
            <a:avLst>
              <a:gd name="adj" fmla="val 19228846"/>
            </a:avLst>
          </a:prstGeom>
          <a:solidFill>
            <a:srgbClr val="7C5CFC"/>
          </a:solidFill>
          <a:ln/>
        </p:spPr>
      </p:sp>
      <p:sp>
        <p:nvSpPr>
          <p:cNvPr id="6" name="Shape 4"/>
          <p:cNvSpPr/>
          <p:nvPr/>
        </p:nvSpPr>
        <p:spPr>
          <a:xfrm>
            <a:off x="5022800" y="2690813"/>
            <a:ext cx="3670250" cy="2758976"/>
          </a:xfrm>
          <a:prstGeom prst="roundRect">
            <a:avLst>
              <a:gd name="adj" fmla="val 8976"/>
            </a:avLst>
          </a:prstGeom>
          <a:solidFill>
            <a:srgbClr val="FFFFFF"/>
          </a:solidFill>
          <a:ln/>
          <a:effectLst>
            <a:outerShdw sx="100000" sy="100000" kx="0" ky="0" algn="bl" rotWithShape="0" blurRad="285750" dist="133350" dir="5400000">
              <a:srgbClr val="FF6F91">
                <a:alpha val="18000"/>
              </a:srgbClr>
            </a:outerShdw>
          </a:effectLst>
        </p:spPr>
      </p:sp>
      <p:sp>
        <p:nvSpPr>
          <p:cNvPr id="7" name="Shape 5"/>
          <p:cNvSpPr/>
          <p:nvPr/>
        </p:nvSpPr>
        <p:spPr>
          <a:xfrm>
            <a:off x="5318075" y="3043238"/>
            <a:ext cx="495300" cy="495300"/>
          </a:xfrm>
          <a:prstGeom prst="roundRect">
            <a:avLst>
              <a:gd name="adj" fmla="val 19228846"/>
            </a:avLst>
          </a:prstGeom>
          <a:solidFill>
            <a:srgbClr val="FF6F91"/>
          </a:solidFill>
          <a:ln/>
        </p:spPr>
      </p:sp>
      <p:sp>
        <p:nvSpPr>
          <p:cNvPr id="8" name="Shape 6"/>
          <p:cNvSpPr/>
          <p:nvPr/>
        </p:nvSpPr>
        <p:spPr>
          <a:xfrm>
            <a:off x="8921651" y="2690813"/>
            <a:ext cx="3670399" cy="2758976"/>
          </a:xfrm>
          <a:prstGeom prst="roundRect">
            <a:avLst>
              <a:gd name="adj" fmla="val 8976"/>
            </a:avLst>
          </a:prstGeom>
          <a:solidFill>
            <a:srgbClr val="FFFFFF"/>
          </a:solidFill>
          <a:ln/>
          <a:effectLst>
            <a:outerShdw sx="100000" sy="100000" kx="0" ky="0" algn="bl" rotWithShape="0" blurRad="285750" dist="133350" dir="5400000">
              <a:srgbClr val="FFC83D">
                <a:alpha val="20000"/>
              </a:srgbClr>
            </a:outerShdw>
          </a:effectLst>
        </p:spPr>
      </p:sp>
      <p:sp>
        <p:nvSpPr>
          <p:cNvPr id="9" name="Shape 7"/>
          <p:cNvSpPr/>
          <p:nvPr/>
        </p:nvSpPr>
        <p:spPr>
          <a:xfrm>
            <a:off x="9216926" y="3043238"/>
            <a:ext cx="495300" cy="495300"/>
          </a:xfrm>
          <a:prstGeom prst="roundRect">
            <a:avLst>
              <a:gd name="adj" fmla="val 19228846"/>
            </a:avLst>
          </a:prstGeom>
          <a:solidFill>
            <a:srgbClr val="FFC83D"/>
          </a:solidFill>
          <a:ln/>
        </p:spPr>
      </p:sp>
      <p:sp>
        <p:nvSpPr>
          <p:cNvPr id="10" name="Shape 8"/>
          <p:cNvSpPr/>
          <p:nvPr/>
        </p:nvSpPr>
        <p:spPr>
          <a:xfrm>
            <a:off x="1123950" y="5792688"/>
            <a:ext cx="11468100" cy="1914525"/>
          </a:xfrm>
          <a:prstGeom prst="roundRect">
            <a:avLst>
              <a:gd name="adj" fmla="val 8955"/>
            </a:avLst>
          </a:prstGeom>
          <a:solidFill>
            <a:srgbClr val="E8FBF4"/>
          </a:solidFill>
          <a:ln/>
        </p:spPr>
      </p:sp>
      <p:sp>
        <p:nvSpPr>
          <p:cNvPr id="11" name="Shape 9"/>
          <p:cNvSpPr/>
          <p:nvPr/>
        </p:nvSpPr>
        <p:spPr>
          <a:xfrm>
            <a:off x="1116844" y="7835810"/>
            <a:ext cx="11482311" cy="1114406"/>
          </a:xfrm>
          <a:prstGeom prst="roundRect">
            <a:avLst>
              <a:gd name="adj" fmla="val 13675"/>
            </a:avLst>
          </a:prstGeom>
          <a:solidFill>
            <a:srgbClr val="FFF4CC"/>
          </a:solidFill>
          <a:ln w="19050">
            <a:solidFill>
              <a:srgbClr val="F2C94C"/>
            </a:solidFill>
            <a:prstDash val="solid"/>
          </a:ln>
        </p:spPr>
      </p:sp>
      <p:sp>
        <p:nvSpPr>
          <p:cNvPr id="12" name="Shape 10"/>
          <p:cNvSpPr/>
          <p:nvPr/>
        </p:nvSpPr>
        <p:spPr>
          <a:xfrm>
            <a:off x="1123950" y="2733675"/>
            <a:ext cx="3670250" cy="0"/>
          </a:xfrm>
          <a:prstGeom prst="line">
            <a:avLst/>
          </a:prstGeom>
          <a:noFill/>
          <a:ln w="85725">
            <a:solidFill>
              <a:srgbClr val="7C5CFC"/>
            </a:solidFill>
            <a:prstDash val="solid"/>
          </a:ln>
        </p:spPr>
      </p:sp>
      <p:sp>
        <p:nvSpPr>
          <p:cNvPr id="13" name="Shape 11"/>
          <p:cNvSpPr/>
          <p:nvPr/>
        </p:nvSpPr>
        <p:spPr>
          <a:xfrm>
            <a:off x="4779913" y="2690813"/>
            <a:ext cx="0" cy="2758976"/>
          </a:xfrm>
          <a:prstGeom prst="line">
            <a:avLst/>
          </a:prstGeom>
          <a:noFill/>
          <a:ln w="28575">
            <a:solidFill>
              <a:srgbClr val="EFE7FF"/>
            </a:solidFill>
            <a:prstDash val="solid"/>
          </a:ln>
        </p:spPr>
      </p:sp>
      <p:sp>
        <p:nvSpPr>
          <p:cNvPr id="14" name="Shape 12"/>
          <p:cNvSpPr/>
          <p:nvPr/>
        </p:nvSpPr>
        <p:spPr>
          <a:xfrm>
            <a:off x="1123950" y="5435501"/>
            <a:ext cx="3670250" cy="0"/>
          </a:xfrm>
          <a:prstGeom prst="line">
            <a:avLst/>
          </a:prstGeom>
          <a:noFill/>
          <a:ln w="28575">
            <a:solidFill>
              <a:srgbClr val="EFE7FF"/>
            </a:solidFill>
            <a:prstDash val="solid"/>
          </a:ln>
        </p:spPr>
      </p:sp>
      <p:sp>
        <p:nvSpPr>
          <p:cNvPr id="15" name="Shape 13"/>
          <p:cNvSpPr/>
          <p:nvPr/>
        </p:nvSpPr>
        <p:spPr>
          <a:xfrm>
            <a:off x="1138238" y="2690813"/>
            <a:ext cx="0" cy="2758976"/>
          </a:xfrm>
          <a:prstGeom prst="line">
            <a:avLst/>
          </a:prstGeom>
          <a:noFill/>
          <a:ln w="28575">
            <a:solidFill>
              <a:srgbClr val="EFE7FF"/>
            </a:solidFill>
            <a:prstDash val="solid"/>
          </a:ln>
        </p:spPr>
      </p:sp>
      <p:sp>
        <p:nvSpPr>
          <p:cNvPr id="16" name="Shape 14"/>
          <p:cNvSpPr/>
          <p:nvPr/>
        </p:nvSpPr>
        <p:spPr>
          <a:xfrm>
            <a:off x="5022800" y="2733675"/>
            <a:ext cx="3670250" cy="0"/>
          </a:xfrm>
          <a:prstGeom prst="line">
            <a:avLst/>
          </a:prstGeom>
          <a:noFill/>
          <a:ln w="85725">
            <a:solidFill>
              <a:srgbClr val="FF6F91"/>
            </a:solidFill>
            <a:prstDash val="solid"/>
          </a:ln>
        </p:spPr>
      </p:sp>
      <p:sp>
        <p:nvSpPr>
          <p:cNvPr id="17" name="Shape 15"/>
          <p:cNvSpPr/>
          <p:nvPr/>
        </p:nvSpPr>
        <p:spPr>
          <a:xfrm>
            <a:off x="8678763" y="2690813"/>
            <a:ext cx="0" cy="2758976"/>
          </a:xfrm>
          <a:prstGeom prst="line">
            <a:avLst/>
          </a:prstGeom>
          <a:noFill/>
          <a:ln w="28575">
            <a:solidFill>
              <a:srgbClr val="EFE7FF"/>
            </a:solidFill>
            <a:prstDash val="solid"/>
          </a:ln>
        </p:spPr>
      </p:sp>
      <p:sp>
        <p:nvSpPr>
          <p:cNvPr id="18" name="Shape 16"/>
          <p:cNvSpPr/>
          <p:nvPr/>
        </p:nvSpPr>
        <p:spPr>
          <a:xfrm>
            <a:off x="5022800" y="5435501"/>
            <a:ext cx="3670250" cy="0"/>
          </a:xfrm>
          <a:prstGeom prst="line">
            <a:avLst/>
          </a:prstGeom>
          <a:noFill/>
          <a:ln w="28575">
            <a:solidFill>
              <a:srgbClr val="EFE7FF"/>
            </a:solidFill>
            <a:prstDash val="solid"/>
          </a:ln>
        </p:spPr>
      </p:sp>
      <p:sp>
        <p:nvSpPr>
          <p:cNvPr id="19" name="Shape 17"/>
          <p:cNvSpPr/>
          <p:nvPr/>
        </p:nvSpPr>
        <p:spPr>
          <a:xfrm>
            <a:off x="5037088" y="2690813"/>
            <a:ext cx="0" cy="2758976"/>
          </a:xfrm>
          <a:prstGeom prst="line">
            <a:avLst/>
          </a:prstGeom>
          <a:noFill/>
          <a:ln w="28575">
            <a:solidFill>
              <a:srgbClr val="EFE7FF"/>
            </a:solidFill>
            <a:prstDash val="solid"/>
          </a:ln>
        </p:spPr>
      </p:sp>
      <p:sp>
        <p:nvSpPr>
          <p:cNvPr id="20" name="Shape 18"/>
          <p:cNvSpPr/>
          <p:nvPr/>
        </p:nvSpPr>
        <p:spPr>
          <a:xfrm>
            <a:off x="8921651" y="2733675"/>
            <a:ext cx="3670399" cy="0"/>
          </a:xfrm>
          <a:prstGeom prst="line">
            <a:avLst/>
          </a:prstGeom>
          <a:noFill/>
          <a:ln w="85725">
            <a:solidFill>
              <a:srgbClr val="FFC83D"/>
            </a:solidFill>
            <a:prstDash val="solid"/>
          </a:ln>
        </p:spPr>
      </p:sp>
      <p:sp>
        <p:nvSpPr>
          <p:cNvPr id="21" name="Shape 19"/>
          <p:cNvSpPr/>
          <p:nvPr/>
        </p:nvSpPr>
        <p:spPr>
          <a:xfrm>
            <a:off x="12577762" y="2690813"/>
            <a:ext cx="0" cy="2758976"/>
          </a:xfrm>
          <a:prstGeom prst="line">
            <a:avLst/>
          </a:prstGeom>
          <a:noFill/>
          <a:ln w="28575">
            <a:solidFill>
              <a:srgbClr val="EFE7FF"/>
            </a:solidFill>
            <a:prstDash val="solid"/>
          </a:ln>
        </p:spPr>
      </p:sp>
      <p:sp>
        <p:nvSpPr>
          <p:cNvPr id="22" name="Shape 20"/>
          <p:cNvSpPr/>
          <p:nvPr/>
        </p:nvSpPr>
        <p:spPr>
          <a:xfrm>
            <a:off x="8921651" y="5435501"/>
            <a:ext cx="3670399" cy="0"/>
          </a:xfrm>
          <a:prstGeom prst="line">
            <a:avLst/>
          </a:prstGeom>
          <a:noFill/>
          <a:ln w="28575">
            <a:solidFill>
              <a:srgbClr val="EFE7FF"/>
            </a:solidFill>
            <a:prstDash val="solid"/>
          </a:ln>
        </p:spPr>
      </p:sp>
      <p:sp>
        <p:nvSpPr>
          <p:cNvPr id="23" name="Shape 21"/>
          <p:cNvSpPr/>
          <p:nvPr/>
        </p:nvSpPr>
        <p:spPr>
          <a:xfrm>
            <a:off x="8935938" y="2690813"/>
            <a:ext cx="0" cy="2758976"/>
          </a:xfrm>
          <a:prstGeom prst="line">
            <a:avLst/>
          </a:prstGeom>
          <a:noFill/>
          <a:ln w="28575">
            <a:solidFill>
              <a:srgbClr val="EFE7FF"/>
            </a:solidFill>
            <a:prstDash val="solid"/>
          </a:ln>
        </p:spPr>
      </p:sp>
      <p:sp>
        <p:nvSpPr>
          <p:cNvPr id="24" name="Shape 22"/>
          <p:cNvSpPr/>
          <p:nvPr/>
        </p:nvSpPr>
        <p:spPr>
          <a:xfrm>
            <a:off x="1166813" y="5792688"/>
            <a:ext cx="0" cy="1914525"/>
          </a:xfrm>
          <a:prstGeom prst="line">
            <a:avLst/>
          </a:prstGeom>
          <a:noFill/>
          <a:ln w="85725">
            <a:solidFill>
              <a:srgbClr val="2FD0A8"/>
            </a:solidFill>
            <a:prstDash val="solid"/>
          </a:ln>
        </p:spPr>
      </p:sp>
      <p:sp>
        <p:nvSpPr>
          <p:cNvPr id="25" name="Text 23"/>
          <p:cNvSpPr/>
          <p:nvPr/>
        </p:nvSpPr>
        <p:spPr>
          <a:xfrm>
            <a:off x="1123950" y="1123950"/>
            <a:ext cx="3862358" cy="295275"/>
          </a:xfrm>
          <a:prstGeom prst="rect">
            <a:avLst/>
          </a:prstGeom>
          <a:noFill/>
          <a:ln/>
        </p:spPr>
        <p:txBody>
          <a:bodyPr wrap="square" lIns="171450" tIns="66675" rIns="171450" bIns="66675" rtlCol="0" anchor="t"/>
          <a:lstStyle/>
          <a:p>
            <a:pPr algn="l" indent="0" marL="0">
              <a:buNone/>
            </a:pPr>
            <a:r>
              <a:rPr lang="en-US" sz="1125" b="1" dirty="0">
                <a:solidFill>
                  <a:srgbClr val="0E8C6E"/>
                </a:solidFill>
                <a:latin typeface="Fredoka" pitchFamily="34" charset="0"/>
                <a:ea typeface="Fredoka" pitchFamily="34" charset="-122"/>
                <a:cs typeface="Fredoka" pitchFamily="34" charset="-120"/>
              </a:rPr>
              <a:t>SPEAKING · BREAKOUT ROOMS · 10 MIN</a:t>
            </a:r>
            <a:endParaRPr lang="en-US" sz="1125" dirty="0"/>
          </a:p>
        </p:txBody>
      </p:sp>
      <p:sp>
        <p:nvSpPr>
          <p:cNvPr id="26" name="Text 24"/>
          <p:cNvSpPr/>
          <p:nvPr/>
        </p:nvSpPr>
        <p:spPr>
          <a:xfrm>
            <a:off x="1123950" y="1533525"/>
            <a:ext cx="6077010" cy="495300"/>
          </a:xfrm>
          <a:prstGeom prst="rect">
            <a:avLst/>
          </a:prstGeom>
          <a:noFill/>
          <a:ln/>
        </p:spPr>
        <p:txBody>
          <a:bodyPr wrap="square" lIns="0" tIns="0" rIns="0" bIns="0" rtlCol="0" anchor="t"/>
          <a:lstStyle/>
          <a:p>
            <a:pPr algn="l" indent="0" marL="0">
              <a:lnSpc>
                <a:spcPts val="3900"/>
              </a:lnSpc>
              <a:spcBef>
                <a:spcPts val="900"/>
              </a:spcBef>
              <a:spcAft>
                <a:spcPts val="2513"/>
              </a:spcAft>
              <a:buNone/>
            </a:pPr>
            <a:r>
              <a:rPr lang="en-US" sz="3750" b="1" dirty="0">
                <a:solidFill>
                  <a:srgbClr val="2B2552"/>
                </a:solidFill>
                <a:latin typeface="Fredoka" pitchFamily="34" charset="0"/>
                <a:ea typeface="Fredoka" pitchFamily="34" charset="-122"/>
                <a:cs typeface="Fredoka" pitchFamily="34" charset="-120"/>
              </a:rPr>
              <a:t>The Update Challenge 🎤</a:t>
            </a:r>
            <a:endParaRPr lang="en-US" sz="3750" dirty="0"/>
          </a:p>
        </p:txBody>
      </p:sp>
      <p:sp>
        <p:nvSpPr>
          <p:cNvPr id="27" name="Text 25"/>
          <p:cNvSpPr/>
          <p:nvPr/>
        </p:nvSpPr>
        <p:spPr>
          <a:xfrm>
            <a:off x="10598795" y="1540669"/>
            <a:ext cx="2092918" cy="390525"/>
          </a:xfrm>
          <a:prstGeom prst="rect">
            <a:avLst/>
          </a:prstGeom>
          <a:noFill/>
          <a:ln/>
        </p:spPr>
        <p:txBody>
          <a:bodyPr wrap="square" lIns="171450" tIns="85725" rIns="171450" bIns="85725" rtlCol="0" anchor="t"/>
          <a:lstStyle/>
          <a:p>
            <a:pPr algn="l" indent="0" marL="0">
              <a:buNone/>
            </a:pPr>
            <a:r>
              <a:rPr lang="en-US" sz="1275" b="1" dirty="0">
                <a:solidFill>
                  <a:srgbClr val="E03E66"/>
                </a:solidFill>
                <a:latin typeface="Nunito" pitchFamily="34" charset="0"/>
                <a:ea typeface="Nunito" pitchFamily="34" charset="-122"/>
                <a:cs typeface="Nunito" pitchFamily="34" charset="-120"/>
              </a:rPr>
              <a:t>👥 Rooms · ⏱️ 3 min</a:t>
            </a:r>
            <a:endParaRPr lang="en-US" sz="1275" dirty="0"/>
          </a:p>
        </p:txBody>
      </p:sp>
      <p:sp>
        <p:nvSpPr>
          <p:cNvPr id="28" name="Text 26"/>
          <p:cNvSpPr/>
          <p:nvPr/>
        </p:nvSpPr>
        <p:spPr>
          <a:xfrm>
            <a:off x="1603177" y="3157538"/>
            <a:ext cx="133610" cy="266700"/>
          </a:xfrm>
          <a:prstGeom prst="rect">
            <a:avLst/>
          </a:prstGeom>
          <a:noFill/>
          <a:ln/>
        </p:spPr>
        <p:txBody>
          <a:bodyPr wrap="square" lIns="0" tIns="0" rIns="0" bIns="0" rtlCol="0" anchor="t"/>
          <a:lstStyle/>
          <a:p>
            <a:pPr algn="l" indent="0" marL="0">
              <a:spcBef>
                <a:spcPts val="1800"/>
              </a:spcBef>
              <a:spcAft>
                <a:spcPts val="1800"/>
              </a:spcAft>
              <a:buNone/>
            </a:pPr>
            <a:r>
              <a:rPr lang="en-US" sz="1800" b="1" dirty="0">
                <a:solidFill>
                  <a:srgbClr val="FFFFFF"/>
                </a:solidFill>
                <a:latin typeface="Fredoka" pitchFamily="34" charset="0"/>
                <a:ea typeface="Fredoka" pitchFamily="34" charset="-122"/>
                <a:cs typeface="Fredoka" pitchFamily="34" charset="-120"/>
              </a:rPr>
              <a:t>1</a:t>
            </a:r>
            <a:endParaRPr lang="en-US" sz="1800" dirty="0"/>
          </a:p>
        </p:txBody>
      </p:sp>
      <p:sp>
        <p:nvSpPr>
          <p:cNvPr id="29" name="Text 27"/>
          <p:cNvSpPr/>
          <p:nvPr/>
        </p:nvSpPr>
        <p:spPr>
          <a:xfrm>
            <a:off x="1419225" y="3690937"/>
            <a:ext cx="3233685" cy="266700"/>
          </a:xfrm>
          <a:prstGeom prst="rect">
            <a:avLst/>
          </a:prstGeom>
          <a:noFill/>
          <a:ln/>
        </p:spPr>
        <p:txBody>
          <a:bodyPr wrap="square" lIns="0" tIns="0" rIns="0" bIns="0" rtlCol="0" anchor="t"/>
          <a:lstStyle/>
          <a:p>
            <a:pPr algn="l" indent="0" marL="0">
              <a:spcBef>
                <a:spcPts val="1200"/>
              </a:spcBef>
              <a:spcAft>
                <a:spcPts val="1494"/>
              </a:spcAft>
              <a:buNone/>
            </a:pPr>
            <a:r>
              <a:rPr lang="en-US" sz="1800" b="1" dirty="0">
                <a:solidFill>
                  <a:srgbClr val="2B2552"/>
                </a:solidFill>
                <a:latin typeface="Fredoka" pitchFamily="34" charset="0"/>
                <a:ea typeface="Fredoka" pitchFamily="34" charset="-122"/>
                <a:cs typeface="Fredoka" pitchFamily="34" charset="-120"/>
              </a:rPr>
              <a:t>Choose</a:t>
            </a:r>
            <a:endParaRPr lang="en-US" sz="1800" dirty="0"/>
          </a:p>
        </p:txBody>
      </p:sp>
      <p:sp>
        <p:nvSpPr>
          <p:cNvPr id="30" name="Text 28"/>
          <p:cNvSpPr/>
          <p:nvPr/>
        </p:nvSpPr>
        <p:spPr>
          <a:xfrm>
            <a:off x="1419225" y="4147245"/>
            <a:ext cx="3233685" cy="835819"/>
          </a:xfrm>
          <a:prstGeom prst="rect">
            <a:avLst/>
          </a:prstGeom>
          <a:noFill/>
          <a:ln/>
        </p:spPr>
        <p:txBody>
          <a:bodyPr wrap="square" lIns="0" tIns="0" rIns="0" bIns="0" rtlCol="0" anchor="t"/>
          <a:lstStyle/>
          <a:p>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Pick a card: </a:t>
            </a:r>
            <a:pPr algn="l" indent="0" marL="0">
              <a:lnSpc>
                <a:spcPts val="2194"/>
              </a:lnSpc>
              <a:spcBef>
                <a:spcPts val="600"/>
              </a:spcBef>
              <a:spcAft>
                <a:spcPts val="1350"/>
              </a:spcAft>
              <a:buNone/>
            </a:pPr>
            <a:r>
              <a:rPr lang="en-US" sz="1350" b="1" dirty="0">
                <a:solidFill>
                  <a:srgbClr val="5B5478"/>
                </a:solidFill>
                <a:latin typeface="Nunito" pitchFamily="34" charset="0"/>
                <a:ea typeface="Nunito" pitchFamily="34" charset="-122"/>
                <a:cs typeface="Nunito" pitchFamily="34" charset="-120"/>
              </a:rPr>
              <a:t>usual routine</a:t>
            </a:r>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 </a:t>
            </a:r>
            <a:pPr algn="l" indent="0" marL="0">
              <a:lnSpc>
                <a:spcPts val="2194"/>
              </a:lnSpc>
              <a:spcBef>
                <a:spcPts val="600"/>
              </a:spcBef>
              <a:spcAft>
                <a:spcPts val="1350"/>
              </a:spcAft>
              <a:buNone/>
            </a:pPr>
            <a:r>
              <a:rPr lang="en-US" sz="1350" b="1" dirty="0">
                <a:solidFill>
                  <a:srgbClr val="5B5478"/>
                </a:solidFill>
                <a:latin typeface="Nunito" pitchFamily="34" charset="0"/>
                <a:ea typeface="Nunito" pitchFamily="34" charset="-122"/>
                <a:cs typeface="Nunito" pitchFamily="34" charset="-120"/>
              </a:rPr>
              <a:t>last weekend</a:t>
            </a:r>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 </a:t>
            </a:r>
            <a:pPr algn="l" indent="0" marL="0">
              <a:lnSpc>
                <a:spcPts val="2194"/>
              </a:lnSpc>
              <a:spcBef>
                <a:spcPts val="600"/>
              </a:spcBef>
              <a:spcAft>
                <a:spcPts val="1350"/>
              </a:spcAft>
              <a:buNone/>
            </a:pPr>
            <a:r>
              <a:rPr lang="en-US" sz="1350" b="1" dirty="0">
                <a:solidFill>
                  <a:srgbClr val="5B5478"/>
                </a:solidFill>
                <a:latin typeface="Nunito" pitchFamily="34" charset="0"/>
                <a:ea typeface="Nunito" pitchFamily="34" charset="-122"/>
                <a:cs typeface="Nunito" pitchFamily="34" charset="-120"/>
              </a:rPr>
              <a:t>recent experience</a:t>
            </a:r>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 or </a:t>
            </a:r>
            <a:pPr algn="l" indent="0" marL="0">
              <a:lnSpc>
                <a:spcPts val="2194"/>
              </a:lnSpc>
              <a:spcBef>
                <a:spcPts val="600"/>
              </a:spcBef>
              <a:spcAft>
                <a:spcPts val="1350"/>
              </a:spcAft>
              <a:buNone/>
            </a:pPr>
            <a:r>
              <a:rPr lang="en-US" sz="1350" b="1" dirty="0">
                <a:solidFill>
                  <a:srgbClr val="5B5478"/>
                </a:solidFill>
                <a:latin typeface="Nunito" pitchFamily="34" charset="0"/>
                <a:ea typeface="Nunito" pitchFamily="34" charset="-122"/>
                <a:cs typeface="Nunito" pitchFamily="34" charset="-120"/>
              </a:rPr>
              <a:t>next weekend</a:t>
            </a:r>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a:t>
            </a:r>
            <a:endParaRPr lang="en-US" sz="1350" dirty="0"/>
          </a:p>
        </p:txBody>
      </p:sp>
      <p:sp>
        <p:nvSpPr>
          <p:cNvPr id="31" name="Text 29"/>
          <p:cNvSpPr/>
          <p:nvPr/>
        </p:nvSpPr>
        <p:spPr>
          <a:xfrm>
            <a:off x="5502027" y="3157538"/>
            <a:ext cx="133610" cy="266700"/>
          </a:xfrm>
          <a:prstGeom prst="rect">
            <a:avLst/>
          </a:prstGeom>
          <a:noFill/>
          <a:ln/>
        </p:spPr>
        <p:txBody>
          <a:bodyPr wrap="square" lIns="0" tIns="0" rIns="0" bIns="0" rtlCol="0" anchor="t"/>
          <a:lstStyle/>
          <a:p>
            <a:pPr algn="l" indent="0" marL="0">
              <a:spcBef>
                <a:spcPts val="1800"/>
              </a:spcBef>
              <a:spcAft>
                <a:spcPts val="1800"/>
              </a:spcAft>
              <a:buNone/>
            </a:pPr>
            <a:r>
              <a:rPr lang="en-US" sz="1800" b="1" dirty="0">
                <a:solidFill>
                  <a:srgbClr val="FFFFFF"/>
                </a:solidFill>
                <a:latin typeface="Fredoka" pitchFamily="34" charset="0"/>
                <a:ea typeface="Fredoka" pitchFamily="34" charset="-122"/>
                <a:cs typeface="Fredoka" pitchFamily="34" charset="-120"/>
              </a:rPr>
              <a:t>2</a:t>
            </a:r>
            <a:endParaRPr lang="en-US" sz="1800" dirty="0"/>
          </a:p>
        </p:txBody>
      </p:sp>
      <p:sp>
        <p:nvSpPr>
          <p:cNvPr id="32" name="Text 30"/>
          <p:cNvSpPr/>
          <p:nvPr/>
        </p:nvSpPr>
        <p:spPr>
          <a:xfrm>
            <a:off x="5318075" y="3690937"/>
            <a:ext cx="3233685" cy="266700"/>
          </a:xfrm>
          <a:prstGeom prst="rect">
            <a:avLst/>
          </a:prstGeom>
          <a:noFill/>
          <a:ln/>
        </p:spPr>
        <p:txBody>
          <a:bodyPr wrap="square" lIns="0" tIns="0" rIns="0" bIns="0" rtlCol="0" anchor="t"/>
          <a:lstStyle/>
          <a:p>
            <a:pPr algn="l" indent="0" marL="0">
              <a:spcBef>
                <a:spcPts val="1200"/>
              </a:spcBef>
              <a:spcAft>
                <a:spcPts val="1494"/>
              </a:spcAft>
              <a:buNone/>
            </a:pPr>
            <a:r>
              <a:rPr lang="en-US" sz="1800" b="1" dirty="0">
                <a:solidFill>
                  <a:srgbClr val="2B2552"/>
                </a:solidFill>
                <a:latin typeface="Fredoka" pitchFamily="34" charset="0"/>
                <a:ea typeface="Fredoka" pitchFamily="34" charset="-122"/>
                <a:cs typeface="Fredoka" pitchFamily="34" charset="-120"/>
              </a:rPr>
              <a:t>Speak</a:t>
            </a:r>
            <a:endParaRPr lang="en-US" sz="1800" dirty="0"/>
          </a:p>
        </p:txBody>
      </p:sp>
      <p:sp>
        <p:nvSpPr>
          <p:cNvPr id="33" name="Text 31"/>
          <p:cNvSpPr/>
          <p:nvPr/>
        </p:nvSpPr>
        <p:spPr>
          <a:xfrm>
            <a:off x="5318075" y="4147245"/>
            <a:ext cx="3233685" cy="835819"/>
          </a:xfrm>
          <a:prstGeom prst="rect">
            <a:avLst/>
          </a:prstGeom>
          <a:noFill/>
          <a:ln/>
        </p:spPr>
        <p:txBody>
          <a:bodyPr wrap="square" lIns="0" tIns="0" rIns="0" bIns="0" rtlCol="0" anchor="t"/>
          <a:lstStyle/>
          <a:p>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Talk for 45 seconds. Use the matching tense and one seasonal vocabulary item.</a:t>
            </a:r>
            <a:endParaRPr lang="en-US" sz="1350" dirty="0"/>
          </a:p>
        </p:txBody>
      </p:sp>
      <p:sp>
        <p:nvSpPr>
          <p:cNvPr id="34" name="Text 32"/>
          <p:cNvSpPr/>
          <p:nvPr/>
        </p:nvSpPr>
        <p:spPr>
          <a:xfrm>
            <a:off x="9400877" y="3157538"/>
            <a:ext cx="133610" cy="266700"/>
          </a:xfrm>
          <a:prstGeom prst="rect">
            <a:avLst/>
          </a:prstGeom>
          <a:noFill/>
          <a:ln/>
        </p:spPr>
        <p:txBody>
          <a:bodyPr wrap="square" lIns="0" tIns="0" rIns="0" bIns="0" rtlCol="0" anchor="t"/>
          <a:lstStyle/>
          <a:p>
            <a:pPr algn="l" indent="0" marL="0">
              <a:spcBef>
                <a:spcPts val="1800"/>
              </a:spcBef>
              <a:spcAft>
                <a:spcPts val="1800"/>
              </a:spcAft>
              <a:buNone/>
            </a:pPr>
            <a:r>
              <a:rPr lang="en-US" sz="1800" b="1" dirty="0">
                <a:solidFill>
                  <a:srgbClr val="FFFFFF"/>
                </a:solidFill>
                <a:latin typeface="Fredoka" pitchFamily="34" charset="0"/>
                <a:ea typeface="Fredoka" pitchFamily="34" charset="-122"/>
                <a:cs typeface="Fredoka" pitchFamily="34" charset="-120"/>
              </a:rPr>
              <a:t>3</a:t>
            </a:r>
            <a:endParaRPr lang="en-US" sz="1800" dirty="0"/>
          </a:p>
        </p:txBody>
      </p:sp>
      <p:sp>
        <p:nvSpPr>
          <p:cNvPr id="35" name="Text 33"/>
          <p:cNvSpPr/>
          <p:nvPr/>
        </p:nvSpPr>
        <p:spPr>
          <a:xfrm>
            <a:off x="9216926" y="3690937"/>
            <a:ext cx="3233842" cy="266700"/>
          </a:xfrm>
          <a:prstGeom prst="rect">
            <a:avLst/>
          </a:prstGeom>
          <a:noFill/>
          <a:ln/>
        </p:spPr>
        <p:txBody>
          <a:bodyPr wrap="square" lIns="0" tIns="0" rIns="0" bIns="0" rtlCol="0" anchor="t"/>
          <a:lstStyle/>
          <a:p>
            <a:pPr algn="l" indent="0" marL="0">
              <a:spcBef>
                <a:spcPts val="1200"/>
              </a:spcBef>
              <a:spcAft>
                <a:spcPts val="1494"/>
              </a:spcAft>
              <a:buNone/>
            </a:pPr>
            <a:r>
              <a:rPr lang="en-US" sz="1800" b="1" dirty="0">
                <a:solidFill>
                  <a:srgbClr val="2B2552"/>
                </a:solidFill>
                <a:latin typeface="Fredoka" pitchFamily="34" charset="0"/>
                <a:ea typeface="Fredoka" pitchFamily="34" charset="-122"/>
                <a:cs typeface="Fredoka" pitchFamily="34" charset="-120"/>
              </a:rPr>
              <a:t>Follow up</a:t>
            </a:r>
            <a:endParaRPr lang="en-US" sz="1800" dirty="0"/>
          </a:p>
        </p:txBody>
      </p:sp>
      <p:sp>
        <p:nvSpPr>
          <p:cNvPr id="36" name="Text 34"/>
          <p:cNvSpPr/>
          <p:nvPr/>
        </p:nvSpPr>
        <p:spPr>
          <a:xfrm>
            <a:off x="9216926" y="4147245"/>
            <a:ext cx="3233842" cy="557213"/>
          </a:xfrm>
          <a:prstGeom prst="rect">
            <a:avLst/>
          </a:prstGeom>
          <a:noFill/>
          <a:ln/>
        </p:spPr>
        <p:txBody>
          <a:bodyPr wrap="square" lIns="0" tIns="0" rIns="0" bIns="0" rtlCol="0" anchor="t"/>
          <a:lstStyle/>
          <a:p>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Your partner asks two questions: </a:t>
            </a:r>
            <a:pPr algn="l" indent="0" marL="0">
              <a:lnSpc>
                <a:spcPts val="2194"/>
              </a:lnSpc>
              <a:spcBef>
                <a:spcPts val="600"/>
              </a:spcBef>
              <a:spcAft>
                <a:spcPts val="1350"/>
              </a:spcAft>
              <a:buNone/>
            </a:pPr>
            <a:r>
              <a:rPr lang="en-US" sz="1350" b="1" dirty="0">
                <a:solidFill>
                  <a:srgbClr val="5B5478"/>
                </a:solidFill>
                <a:latin typeface="Nunito" pitchFamily="34" charset="0"/>
                <a:ea typeface="Nunito" pitchFamily="34" charset="-122"/>
                <a:cs typeface="Nunito" pitchFamily="34" charset="-120"/>
              </a:rPr>
              <a:t>When?</a:t>
            </a:r>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 </a:t>
            </a:r>
            <a:pPr algn="l" indent="0" marL="0">
              <a:lnSpc>
                <a:spcPts val="2194"/>
              </a:lnSpc>
              <a:spcBef>
                <a:spcPts val="600"/>
              </a:spcBef>
              <a:spcAft>
                <a:spcPts val="1350"/>
              </a:spcAft>
              <a:buNone/>
            </a:pPr>
            <a:r>
              <a:rPr lang="en-US" sz="1350" b="1" dirty="0">
                <a:solidFill>
                  <a:srgbClr val="5B5478"/>
                </a:solidFill>
                <a:latin typeface="Nunito" pitchFamily="34" charset="0"/>
                <a:ea typeface="Nunito" pitchFamily="34" charset="-122"/>
                <a:cs typeface="Nunito" pitchFamily="34" charset="-120"/>
              </a:rPr>
              <a:t>Why?</a:t>
            </a:r>
            <a:pPr algn="l" indent="0" marL="0">
              <a:lnSpc>
                <a:spcPts val="2194"/>
              </a:lnSpc>
              <a:spcBef>
                <a:spcPts val="600"/>
              </a:spcBef>
              <a:spcAft>
                <a:spcPts val="1350"/>
              </a:spcAft>
              <a:buNone/>
            </a:pPr>
            <a:r>
              <a:rPr lang="en-US" sz="1350" dirty="0">
                <a:solidFill>
                  <a:srgbClr val="5B5478"/>
                </a:solidFill>
                <a:latin typeface="Nunito" pitchFamily="34" charset="0"/>
                <a:ea typeface="Nunito" pitchFamily="34" charset="-122"/>
                <a:cs typeface="Nunito" pitchFamily="34" charset="-120"/>
              </a:rPr>
              <a:t> </a:t>
            </a:r>
            <a:pPr algn="l" indent="0" marL="0">
              <a:lnSpc>
                <a:spcPts val="2194"/>
              </a:lnSpc>
              <a:spcBef>
                <a:spcPts val="600"/>
              </a:spcBef>
              <a:spcAft>
                <a:spcPts val="1350"/>
              </a:spcAft>
              <a:buNone/>
            </a:pPr>
            <a:r>
              <a:rPr lang="en-US" sz="1350" b="1" dirty="0">
                <a:solidFill>
                  <a:srgbClr val="5B5478"/>
                </a:solidFill>
                <a:latin typeface="Nunito" pitchFamily="34" charset="0"/>
                <a:ea typeface="Nunito" pitchFamily="34" charset="-122"/>
                <a:cs typeface="Nunito" pitchFamily="34" charset="-120"/>
              </a:rPr>
              <a:t>What happened next?</a:t>
            </a:r>
            <a:endParaRPr lang="en-US" sz="1350" dirty="0"/>
          </a:p>
        </p:txBody>
      </p:sp>
      <p:sp>
        <p:nvSpPr>
          <p:cNvPr id="37" name="Text 35"/>
          <p:cNvSpPr/>
          <p:nvPr/>
        </p:nvSpPr>
        <p:spPr>
          <a:xfrm>
            <a:off x="1457325" y="6021288"/>
            <a:ext cx="1798819" cy="152400"/>
          </a:xfrm>
          <a:prstGeom prst="rect">
            <a:avLst/>
          </a:prstGeom>
          <a:noFill/>
          <a:ln/>
        </p:spPr>
        <p:txBody>
          <a:bodyPr wrap="square" lIns="0" tIns="0" rIns="0" bIns="0" rtlCol="0" anchor="t"/>
          <a:lstStyle/>
          <a:p>
            <a:pPr algn="l" indent="0" marL="0">
              <a:buNone/>
            </a:pPr>
            <a:r>
              <a:rPr lang="en-US" sz="1050" b="1" dirty="0">
                <a:solidFill>
                  <a:srgbClr val="0E8C6E"/>
                </a:solidFill>
                <a:latin typeface="Fredoka" pitchFamily="34" charset="0"/>
                <a:ea typeface="Fredoka" pitchFamily="34" charset="-122"/>
                <a:cs typeface="Fredoka" pitchFamily="34" charset="-120"/>
              </a:rPr>
              <a:t>💬 USEFUL LANGUAGE</a:t>
            </a:r>
            <a:endParaRPr lang="en-US" sz="1050" dirty="0"/>
          </a:p>
        </p:txBody>
      </p:sp>
      <p:sp>
        <p:nvSpPr>
          <p:cNvPr id="38" name="Text 36"/>
          <p:cNvSpPr/>
          <p:nvPr/>
        </p:nvSpPr>
        <p:spPr>
          <a:xfrm>
            <a:off x="1457325" y="6468963"/>
            <a:ext cx="5655707"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Usually, I … / This week, I’m …</a:t>
            </a:r>
            <a:endParaRPr lang="en-US" sz="1350" dirty="0"/>
          </a:p>
        </p:txBody>
      </p:sp>
      <p:sp>
        <p:nvSpPr>
          <p:cNvPr id="39" name="Text 37"/>
          <p:cNvSpPr/>
          <p:nvPr/>
        </p:nvSpPr>
        <p:spPr>
          <a:xfrm>
            <a:off x="6958013" y="6468963"/>
            <a:ext cx="5655707"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Last weekend, I …</a:t>
            </a:r>
            <a:endParaRPr lang="en-US" sz="1350" dirty="0"/>
          </a:p>
        </p:txBody>
      </p:sp>
      <p:sp>
        <p:nvSpPr>
          <p:cNvPr id="40" name="Text 38"/>
          <p:cNvSpPr/>
          <p:nvPr/>
        </p:nvSpPr>
        <p:spPr>
          <a:xfrm>
            <a:off x="1457325" y="7126188"/>
            <a:ext cx="5655707"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I have never / already …</a:t>
            </a:r>
            <a:endParaRPr lang="en-US" sz="1350" dirty="0"/>
          </a:p>
        </p:txBody>
      </p:sp>
      <p:sp>
        <p:nvSpPr>
          <p:cNvPr id="41" name="Text 39"/>
          <p:cNvSpPr/>
          <p:nvPr/>
        </p:nvSpPr>
        <p:spPr>
          <a:xfrm>
            <a:off x="6958013" y="7126188"/>
            <a:ext cx="5655707" cy="200025"/>
          </a:xfrm>
          <a:prstGeom prst="rect">
            <a:avLst/>
          </a:prstGeom>
          <a:noFill/>
          <a:ln/>
        </p:spPr>
        <p:txBody>
          <a:bodyPr wrap="square" lIns="0" tIns="0" rIns="0" bIns="0" rtlCol="0" anchor="t"/>
          <a:lstStyle/>
          <a:p>
            <a:pPr algn="l" indent="0" marL="0">
              <a:spcBef>
                <a:spcPts val="1350"/>
              </a:spcBef>
              <a:spcAft>
                <a:spcPts val="1350"/>
              </a:spcAft>
              <a:buNone/>
            </a:pPr>
            <a:r>
              <a:rPr lang="en-US" sz="1350" b="1" dirty="0">
                <a:solidFill>
                  <a:srgbClr val="2B2552"/>
                </a:solidFill>
                <a:latin typeface="Nunito" pitchFamily="34" charset="0"/>
                <a:ea typeface="Nunito" pitchFamily="34" charset="-122"/>
                <a:cs typeface="Nunito" pitchFamily="34" charset="-120"/>
              </a:rPr>
              <a:t>If the weather is …, I will …</a:t>
            </a:r>
            <a:endParaRPr lang="en-US" sz="1350" dirty="0"/>
          </a:p>
        </p:txBody>
      </p:sp>
      <p:sp>
        <p:nvSpPr>
          <p:cNvPr id="42" name="Text 40"/>
          <p:cNvSpPr/>
          <p:nvPr/>
        </p:nvSpPr>
        <p:spPr>
          <a:xfrm>
            <a:off x="1349066" y="8225975"/>
            <a:ext cx="935562" cy="158362"/>
          </a:xfrm>
          <a:prstGeom prst="rect">
            <a:avLst/>
          </a:prstGeom>
          <a:noFill/>
          <a:ln/>
        </p:spPr>
        <p:txBody>
          <a:bodyPr wrap="square" lIns="0" tIns="0" rIns="0" bIns="0" rtlCol="0" anchor="t"/>
          <a:lstStyle/>
          <a:p>
            <a:pPr algn="l" indent="0" marL="0">
              <a:buNone/>
            </a:pPr>
            <a:r>
              <a:rPr lang="en-US" sz="975" b="1" dirty="0">
                <a:solidFill>
                  <a:srgbClr val="B58400"/>
                </a:solidFill>
                <a:latin typeface="Fredoka" pitchFamily="34" charset="0"/>
                <a:ea typeface="Fredoka" pitchFamily="34" charset="-122"/>
                <a:cs typeface="Fredoka" pitchFamily="34" charset="-120"/>
              </a:rPr>
              <a:t>👩‍🏫 TEACHER</a:t>
            </a:r>
            <a:endParaRPr lang="en-US" sz="975" dirty="0"/>
          </a:p>
        </p:txBody>
      </p:sp>
      <p:sp>
        <p:nvSpPr>
          <p:cNvPr id="43" name="Text 41"/>
          <p:cNvSpPr/>
          <p:nvPr/>
        </p:nvSpPr>
        <p:spPr>
          <a:xfrm>
            <a:off x="1352391" y="8239789"/>
            <a:ext cx="11562826" cy="363591"/>
          </a:xfrm>
          <a:prstGeom prst="rect">
            <a:avLst/>
          </a:prstGeom>
          <a:noFill/>
          <a:ln/>
        </p:spPr>
        <p:txBody>
          <a:bodyPr wrap="square" lIns="0" tIns="0" rIns="0" bIns="0" rtlCol="0" anchor="t"/>
          <a:lstStyle/>
          <a:p>
            <a:pPr algn="l" indent="0" marL="0">
              <a:spcBef>
                <a:spcPts val="300"/>
              </a:spcBef>
              <a:spcAft>
                <a:spcPts val="1200"/>
              </a:spcAft>
              <a:buNone/>
            </a:pPr>
            <a:r>
              <a:rPr lang="en-US" sz="1200" dirty="0">
                <a:solidFill>
                  <a:srgbClr val="2B2552"/>
                </a:solidFill>
                <a:latin typeface="Nunito" pitchFamily="34" charset="0"/>
                <a:ea typeface="Nunito" pitchFamily="34" charset="-122"/>
                <a:cs typeface="Nunito" pitchFamily="34" charset="-120"/>
              </a:rPr>
              <a:t>Open 3–4 person rooms. Visit rooms, note strong examples and two anonymous errors for feedback.</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123950" y="3024188"/>
            <a:ext cx="5192167" cy="4725591"/>
          </a:xfrm>
          <a:prstGeom prst="roundRect">
            <a:avLst>
              <a:gd name="adj" fmla="val 5241"/>
            </a:avLst>
          </a:prstGeom>
          <a:solidFill>
            <a:srgbClr val="FFFFFF"/>
          </a:solidFill>
          <a:ln/>
          <a:effectLst>
            <a:outerShdw sx="100000" sy="100000" kx="0" ky="0" algn="bl" rotWithShape="0" blurRad="285750" dist="133350" dir="5400000">
              <a:srgbClr val="7C5CFC">
                <a:alpha val="18000"/>
              </a:srgbClr>
            </a:outerShdw>
          </a:effectLst>
        </p:spPr>
      </p:sp>
      <p:sp>
        <p:nvSpPr>
          <p:cNvPr id="4" name="Shape 2"/>
          <p:cNvSpPr/>
          <p:nvPr/>
        </p:nvSpPr>
        <p:spPr>
          <a:xfrm>
            <a:off x="6620917" y="3024188"/>
            <a:ext cx="5971133" cy="4725591"/>
          </a:xfrm>
          <a:prstGeom prst="roundRect">
            <a:avLst>
              <a:gd name="adj" fmla="val 5241"/>
            </a:avLst>
          </a:prstGeom>
          <a:solidFill>
            <a:srgbClr val="FFFFFF"/>
          </a:solidFill>
          <a:ln/>
          <a:effectLst>
            <a:outerShdw sx="100000" sy="100000" kx="0" ky="0" algn="bl" rotWithShape="0" blurRad="285750" dist="133350" dir="5400000">
              <a:srgbClr val="2FD0A8">
                <a:alpha val="18000"/>
              </a:srgbClr>
            </a:outerShdw>
          </a:effectLst>
        </p:spPr>
      </p:sp>
      <p:sp>
        <p:nvSpPr>
          <p:cNvPr id="5" name="Shape 3"/>
          <p:cNvSpPr/>
          <p:nvPr/>
        </p:nvSpPr>
        <p:spPr>
          <a:xfrm>
            <a:off x="6916192" y="4048125"/>
            <a:ext cx="5380583" cy="1625203"/>
          </a:xfrm>
          <a:prstGeom prst="roundRect">
            <a:avLst>
              <a:gd name="adj" fmla="val 9377"/>
            </a:avLst>
          </a:prstGeom>
          <a:solidFill>
            <a:srgbClr val="E4FBF4"/>
          </a:solidFill>
          <a:ln/>
        </p:spPr>
      </p:sp>
      <p:sp>
        <p:nvSpPr>
          <p:cNvPr id="6" name="Shape 4"/>
          <p:cNvSpPr/>
          <p:nvPr/>
        </p:nvSpPr>
        <p:spPr>
          <a:xfrm>
            <a:off x="6916192" y="5863828"/>
            <a:ext cx="2614017" cy="723900"/>
          </a:xfrm>
          <a:prstGeom prst="roundRect">
            <a:avLst>
              <a:gd name="adj" fmla="val 21053"/>
            </a:avLst>
          </a:prstGeom>
          <a:solidFill>
            <a:srgbClr val="FFFFFF"/>
          </a:solidFill>
          <a:ln/>
        </p:spPr>
      </p:sp>
      <p:sp>
        <p:nvSpPr>
          <p:cNvPr id="7" name="Shape 5"/>
          <p:cNvSpPr/>
          <p:nvPr/>
        </p:nvSpPr>
        <p:spPr>
          <a:xfrm>
            <a:off x="9682609" y="5863828"/>
            <a:ext cx="2614166" cy="723900"/>
          </a:xfrm>
          <a:prstGeom prst="roundRect">
            <a:avLst>
              <a:gd name="adj" fmla="val 21053"/>
            </a:avLst>
          </a:prstGeom>
          <a:solidFill>
            <a:srgbClr val="FFFFFF"/>
          </a:solidFill>
          <a:ln/>
        </p:spPr>
      </p:sp>
      <p:sp>
        <p:nvSpPr>
          <p:cNvPr id="8" name="Shape 6"/>
          <p:cNvSpPr/>
          <p:nvPr/>
        </p:nvSpPr>
        <p:spPr>
          <a:xfrm>
            <a:off x="6916192" y="6740128"/>
            <a:ext cx="5380583" cy="714375"/>
          </a:xfrm>
          <a:prstGeom prst="roundRect">
            <a:avLst>
              <a:gd name="adj" fmla="val 21333"/>
            </a:avLst>
          </a:prstGeom>
          <a:solidFill>
            <a:srgbClr val="2B2552"/>
          </a:solidFill>
          <a:ln/>
        </p:spPr>
      </p:sp>
      <p:sp>
        <p:nvSpPr>
          <p:cNvPr id="9" name="Shape 7"/>
          <p:cNvSpPr/>
          <p:nvPr/>
        </p:nvSpPr>
        <p:spPr>
          <a:xfrm>
            <a:off x="1123950" y="3067050"/>
            <a:ext cx="5192167" cy="0"/>
          </a:xfrm>
          <a:prstGeom prst="line">
            <a:avLst/>
          </a:prstGeom>
          <a:noFill/>
          <a:ln w="85725">
            <a:solidFill>
              <a:srgbClr val="7C5CFC"/>
            </a:solidFill>
            <a:prstDash val="solid"/>
          </a:ln>
        </p:spPr>
      </p:sp>
      <p:sp>
        <p:nvSpPr>
          <p:cNvPr id="10" name="Shape 8"/>
          <p:cNvSpPr/>
          <p:nvPr/>
        </p:nvSpPr>
        <p:spPr>
          <a:xfrm>
            <a:off x="6301829" y="3024188"/>
            <a:ext cx="0" cy="4725591"/>
          </a:xfrm>
          <a:prstGeom prst="line">
            <a:avLst/>
          </a:prstGeom>
          <a:noFill/>
          <a:ln w="28575">
            <a:solidFill>
              <a:srgbClr val="EFE7FF"/>
            </a:solidFill>
            <a:prstDash val="solid"/>
          </a:ln>
        </p:spPr>
      </p:sp>
      <p:sp>
        <p:nvSpPr>
          <p:cNvPr id="11" name="Shape 9"/>
          <p:cNvSpPr/>
          <p:nvPr/>
        </p:nvSpPr>
        <p:spPr>
          <a:xfrm>
            <a:off x="1123950" y="7735491"/>
            <a:ext cx="5192167" cy="0"/>
          </a:xfrm>
          <a:prstGeom prst="line">
            <a:avLst/>
          </a:prstGeom>
          <a:noFill/>
          <a:ln w="28575">
            <a:solidFill>
              <a:srgbClr val="EFE7FF"/>
            </a:solidFill>
            <a:prstDash val="solid"/>
          </a:ln>
        </p:spPr>
      </p:sp>
      <p:sp>
        <p:nvSpPr>
          <p:cNvPr id="12" name="Shape 10"/>
          <p:cNvSpPr/>
          <p:nvPr/>
        </p:nvSpPr>
        <p:spPr>
          <a:xfrm>
            <a:off x="1138238" y="3024188"/>
            <a:ext cx="0" cy="4725591"/>
          </a:xfrm>
          <a:prstGeom prst="line">
            <a:avLst/>
          </a:prstGeom>
          <a:noFill/>
          <a:ln w="28575">
            <a:solidFill>
              <a:srgbClr val="EFE7FF"/>
            </a:solidFill>
            <a:prstDash val="solid"/>
          </a:ln>
        </p:spPr>
      </p:sp>
      <p:sp>
        <p:nvSpPr>
          <p:cNvPr id="13" name="Shape 11"/>
          <p:cNvSpPr/>
          <p:nvPr/>
        </p:nvSpPr>
        <p:spPr>
          <a:xfrm>
            <a:off x="6620917" y="3067050"/>
            <a:ext cx="5971133" cy="0"/>
          </a:xfrm>
          <a:prstGeom prst="line">
            <a:avLst/>
          </a:prstGeom>
          <a:noFill/>
          <a:ln w="85725">
            <a:solidFill>
              <a:srgbClr val="2FD0A8"/>
            </a:solidFill>
            <a:prstDash val="solid"/>
          </a:ln>
        </p:spPr>
      </p:sp>
      <p:sp>
        <p:nvSpPr>
          <p:cNvPr id="14" name="Shape 12"/>
          <p:cNvSpPr/>
          <p:nvPr/>
        </p:nvSpPr>
        <p:spPr>
          <a:xfrm>
            <a:off x="12577762" y="3024188"/>
            <a:ext cx="0" cy="4725591"/>
          </a:xfrm>
          <a:prstGeom prst="line">
            <a:avLst/>
          </a:prstGeom>
          <a:noFill/>
          <a:ln w="28575">
            <a:solidFill>
              <a:srgbClr val="EFE7FF"/>
            </a:solidFill>
            <a:prstDash val="solid"/>
          </a:ln>
        </p:spPr>
      </p:sp>
      <p:sp>
        <p:nvSpPr>
          <p:cNvPr id="15" name="Shape 13"/>
          <p:cNvSpPr/>
          <p:nvPr/>
        </p:nvSpPr>
        <p:spPr>
          <a:xfrm>
            <a:off x="6620917" y="7735491"/>
            <a:ext cx="5971133" cy="0"/>
          </a:xfrm>
          <a:prstGeom prst="line">
            <a:avLst/>
          </a:prstGeom>
          <a:noFill/>
          <a:ln w="28575">
            <a:solidFill>
              <a:srgbClr val="EFE7FF"/>
            </a:solidFill>
            <a:prstDash val="solid"/>
          </a:ln>
        </p:spPr>
      </p:sp>
      <p:sp>
        <p:nvSpPr>
          <p:cNvPr id="16" name="Shape 14"/>
          <p:cNvSpPr/>
          <p:nvPr/>
        </p:nvSpPr>
        <p:spPr>
          <a:xfrm>
            <a:off x="6635204" y="3024188"/>
            <a:ext cx="0" cy="4725591"/>
          </a:xfrm>
          <a:prstGeom prst="line">
            <a:avLst/>
          </a:prstGeom>
          <a:noFill/>
          <a:ln w="28575">
            <a:solidFill>
              <a:srgbClr val="EFE7FF"/>
            </a:solidFill>
            <a:prstDash val="solid"/>
          </a:ln>
        </p:spPr>
      </p:sp>
      <p:sp>
        <p:nvSpPr>
          <p:cNvPr id="17" name="Text 15"/>
          <p:cNvSpPr/>
          <p:nvPr/>
        </p:nvSpPr>
        <p:spPr>
          <a:xfrm>
            <a:off x="1123950" y="1123950"/>
            <a:ext cx="2270440" cy="295275"/>
          </a:xfrm>
          <a:prstGeom prst="rect">
            <a:avLst/>
          </a:prstGeom>
          <a:noFill/>
          <a:ln/>
        </p:spPr>
        <p:txBody>
          <a:bodyPr wrap="square" lIns="171450" tIns="66675" rIns="171450" bIns="66675" rtlCol="0" anchor="t"/>
          <a:lstStyle/>
          <a:p>
            <a:pPr algn="l" indent="0" marL="0">
              <a:buNone/>
            </a:pPr>
            <a:r>
              <a:rPr lang="en-US" sz="1125" b="1" dirty="0">
                <a:solidFill>
                  <a:srgbClr val="E03E66"/>
                </a:solidFill>
                <a:latin typeface="Fredoka" pitchFamily="34" charset="0"/>
                <a:ea typeface="Fredoka" pitchFamily="34" charset="-122"/>
                <a:cs typeface="Fredoka" pitchFamily="34" charset="-120"/>
              </a:rPr>
              <a:t>PRODUCTION · 15 MIN</a:t>
            </a:r>
            <a:endParaRPr lang="en-US" sz="1125" dirty="0"/>
          </a:p>
        </p:txBody>
      </p:sp>
      <p:sp>
        <p:nvSpPr>
          <p:cNvPr id="18" name="Text 16"/>
          <p:cNvSpPr/>
          <p:nvPr/>
        </p:nvSpPr>
        <p:spPr>
          <a:xfrm>
            <a:off x="1123950" y="1533525"/>
            <a:ext cx="5855107" cy="495300"/>
          </a:xfrm>
          <a:prstGeom prst="rect">
            <a:avLst/>
          </a:prstGeom>
          <a:noFill/>
          <a:ln/>
        </p:spPr>
        <p:txBody>
          <a:bodyPr wrap="square" lIns="0" tIns="0" rIns="0" bIns="0" rtlCol="0" anchor="t"/>
          <a:lstStyle/>
          <a:p>
            <a:pPr algn="l" indent="0" marL="0">
              <a:lnSpc>
                <a:spcPts val="3900"/>
              </a:lnSpc>
              <a:spcBef>
                <a:spcPts val="900"/>
              </a:spcBef>
              <a:spcAft>
                <a:spcPts val="2513"/>
              </a:spcAft>
              <a:buNone/>
            </a:pPr>
            <a:r>
              <a:rPr lang="en-US" sz="3750" b="1" dirty="0">
                <a:solidFill>
                  <a:srgbClr val="2B2552"/>
                </a:solidFill>
                <a:latin typeface="Fredoka" pitchFamily="34" charset="0"/>
                <a:ea typeface="Fredoka" pitchFamily="34" charset="-122"/>
                <a:cs typeface="Fredoka" pitchFamily="34" charset="-120"/>
              </a:rPr>
              <a:t>The Update Interview 🎙️</a:t>
            </a:r>
            <a:endParaRPr lang="en-US" sz="3750" dirty="0"/>
          </a:p>
        </p:txBody>
      </p:sp>
      <p:sp>
        <p:nvSpPr>
          <p:cNvPr id="19" name="Text 17"/>
          <p:cNvSpPr/>
          <p:nvPr/>
        </p:nvSpPr>
        <p:spPr>
          <a:xfrm rot="21420000">
            <a:off x="10734377" y="1540669"/>
            <a:ext cx="1950244"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Real conversation</a:t>
            </a:r>
            <a:endParaRPr lang="en-US" sz="1350" dirty="0"/>
          </a:p>
        </p:txBody>
      </p:sp>
      <p:sp>
        <p:nvSpPr>
          <p:cNvPr id="20" name="Text 18"/>
          <p:cNvSpPr/>
          <p:nvPr/>
        </p:nvSpPr>
        <p:spPr>
          <a:xfrm>
            <a:off x="1123950" y="2462213"/>
            <a:ext cx="12041505" cy="219075"/>
          </a:xfrm>
          <a:prstGeom prst="rect">
            <a:avLst/>
          </a:prstGeom>
          <a:noFill/>
          <a:ln/>
        </p:spPr>
        <p:txBody>
          <a:bodyPr wrap="square" lIns="0" tIns="0" rIns="0" bIns="0" rtlCol="0" anchor="t"/>
          <a:lstStyle/>
          <a:p>
            <a:pPr algn="l" indent="0" marL="0">
              <a:spcBef>
                <a:spcPts val="900"/>
              </a:spcBef>
              <a:spcAft>
                <a:spcPts val="1500"/>
              </a:spcAft>
              <a:buNone/>
            </a:pPr>
            <a:r>
              <a:rPr lang="en-US" sz="1500" b="1" dirty="0">
                <a:solidFill>
                  <a:srgbClr val="5B5478"/>
                </a:solidFill>
                <a:latin typeface="Nunito" pitchFamily="34" charset="0"/>
                <a:ea typeface="Nunito" pitchFamily="34" charset="-122"/>
                <a:cs typeface="Nunito" pitchFamily="34" charset="-120"/>
              </a:rPr>
              <a:t>Create a real conversation, then introduce your partner to the class.</a:t>
            </a:r>
            <a:endParaRPr lang="en-US" sz="1500" dirty="0"/>
          </a:p>
        </p:txBody>
      </p:sp>
      <p:sp>
        <p:nvSpPr>
          <p:cNvPr id="21" name="Text 19"/>
          <p:cNvSpPr/>
          <p:nvPr/>
        </p:nvSpPr>
        <p:spPr>
          <a:xfrm>
            <a:off x="1419225" y="3574256"/>
            <a:ext cx="4831698" cy="276225"/>
          </a:xfrm>
          <a:prstGeom prst="rect">
            <a:avLst/>
          </a:prstGeom>
          <a:noFill/>
          <a:ln/>
        </p:spPr>
        <p:txBody>
          <a:bodyPr wrap="square" lIns="0" tIns="0" rIns="0" bIns="0" rtlCol="0" anchor="t"/>
          <a:lstStyle/>
          <a:p>
            <a:pPr algn="l" indent="0" marL="0">
              <a:spcBef>
                <a:spcPts val="1556"/>
              </a:spcBef>
              <a:spcAft>
                <a:spcPts val="1556"/>
              </a:spcAft>
              <a:buNone/>
            </a:pPr>
            <a:r>
              <a:rPr lang="en-US" sz="1875" b="1" dirty="0">
                <a:solidFill>
                  <a:srgbClr val="7C5CFC"/>
                </a:solidFill>
                <a:latin typeface="Fredoka" pitchFamily="34" charset="0"/>
                <a:ea typeface="Fredoka" pitchFamily="34" charset="-122"/>
                <a:cs typeface="Fredoka" pitchFamily="34" charset="-120"/>
              </a:rPr>
              <a:t>Interview questions</a:t>
            </a:r>
            <a:endParaRPr lang="en-US" sz="1875" dirty="0"/>
          </a:p>
        </p:txBody>
      </p:sp>
      <p:sp>
        <p:nvSpPr>
          <p:cNvPr id="22" name="Text 20"/>
          <p:cNvSpPr/>
          <p:nvPr/>
        </p:nvSpPr>
        <p:spPr>
          <a:xfrm>
            <a:off x="1419225" y="4048125"/>
            <a:ext cx="4601617" cy="1771650"/>
          </a:xfrm>
          <a:prstGeom prst="rect">
            <a:avLst/>
          </a:prstGeom>
          <a:noFill/>
          <a:ln/>
        </p:spPr>
        <p:txBody>
          <a:bodyPr wrap="square" lIns="190500" tIns="0" rIns="0" bIns="0" rtlCol="0" anchor="t"/>
          <a:lstStyle/>
          <a:p>
            <a:pPr algn="l" marL="190500" indent="-190500">
              <a:buSzPct val="100000"/>
              <a:buChar char="•"/>
            </a:pPr>
            <a:r>
              <a:rPr lang="en-US" sz="1350" dirty="0">
                <a:solidFill>
                  <a:srgbClr val="2B2552"/>
                </a:solidFill>
                <a:latin typeface="Nunito" pitchFamily="34" charset="0"/>
                <a:ea typeface="Nunito" pitchFamily="34" charset="-122"/>
                <a:cs typeface="Nunito" pitchFamily="34" charset="-120"/>
              </a:rPr>
              <a:t>1. What do you usually do in this season?</a:t>
            </a:r>
            <a:endParaRPr lang="en-US" sz="1350" dirty="0"/>
          </a:p>
          <a:p>
            <a:pPr algn="l" marL="190500" indent="-190500">
              <a:buSzPct val="100000"/>
              <a:buChar char="•"/>
            </a:pPr>
            <a:r>
              <a:rPr lang="en-US" sz="1350" dirty="0">
                <a:solidFill>
                  <a:srgbClr val="2B2552"/>
                </a:solidFill>
                <a:latin typeface="Nunito" pitchFamily="34" charset="0"/>
                <a:ea typeface="Nunito" pitchFamily="34" charset="-122"/>
                <a:cs typeface="Nunito" pitchFamily="34" charset="-120"/>
              </a:rPr>
              <a:t>2. What are you doing differently this week?</a:t>
            </a:r>
            <a:endParaRPr lang="en-US" sz="1350" dirty="0"/>
          </a:p>
          <a:p>
            <a:pPr algn="l" marL="190500" indent="-190500">
              <a:buSzPct val="100000"/>
              <a:buChar char="•"/>
            </a:pPr>
            <a:r>
              <a:rPr lang="en-US" sz="1350" dirty="0">
                <a:solidFill>
                  <a:srgbClr val="2B2552"/>
                </a:solidFill>
                <a:latin typeface="Nunito" pitchFamily="34" charset="0"/>
                <a:ea typeface="Nunito" pitchFamily="34" charset="-122"/>
                <a:cs typeface="Nunito" pitchFamily="34" charset="-120"/>
              </a:rPr>
              <a:t>3. What did you do last weekend?</a:t>
            </a:r>
            <a:endParaRPr lang="en-US" sz="1350" dirty="0"/>
          </a:p>
          <a:p>
            <a:pPr algn="l" marL="190500" indent="-190500">
              <a:buSzPct val="100000"/>
              <a:buChar char="•"/>
            </a:pPr>
            <a:r>
              <a:rPr lang="en-US" sz="1350" dirty="0">
                <a:solidFill>
                  <a:srgbClr val="2B2552"/>
                </a:solidFill>
                <a:latin typeface="Nunito" pitchFamily="34" charset="0"/>
                <a:ea typeface="Nunito" pitchFamily="34" charset="-122"/>
                <a:cs typeface="Nunito" pitchFamily="34" charset="-120"/>
              </a:rPr>
              <a:t>4. Have you tried anything new recently?</a:t>
            </a:r>
            <a:endParaRPr lang="en-US" sz="1350" dirty="0"/>
          </a:p>
          <a:p>
            <a:pPr algn="l" marL="190500" indent="-190500">
              <a:buSzPct val="100000"/>
              <a:buChar char="•"/>
            </a:pPr>
            <a:r>
              <a:rPr lang="en-US" sz="1350" dirty="0">
                <a:solidFill>
                  <a:srgbClr val="2B2552"/>
                </a:solidFill>
                <a:latin typeface="Nunito" pitchFamily="34" charset="0"/>
                <a:ea typeface="Nunito" pitchFamily="34" charset="-122"/>
                <a:cs typeface="Nunito" pitchFamily="34" charset="-120"/>
              </a:rPr>
              <a:t>5. What will you do next weekend?</a:t>
            </a:r>
            <a:endParaRPr lang="en-US" sz="1350" dirty="0"/>
          </a:p>
          <a:p>
            <a:pPr algn="l" marL="190500" indent="-190500">
              <a:buSzPct val="100000"/>
              <a:buChar char="•"/>
            </a:pPr>
            <a:r>
              <a:rPr lang="en-US" sz="1350" dirty="0">
                <a:solidFill>
                  <a:srgbClr val="2B2552"/>
                </a:solidFill>
                <a:latin typeface="Nunito" pitchFamily="34" charset="0"/>
                <a:ea typeface="Nunito" pitchFamily="34" charset="-122"/>
                <a:cs typeface="Nunito" pitchFamily="34" charset="-120"/>
              </a:rPr>
              <a:t>6. If the weather is good, what will you do?</a:t>
            </a:r>
            <a:endParaRPr lang="en-US" sz="1350" dirty="0"/>
          </a:p>
        </p:txBody>
      </p:sp>
      <p:sp>
        <p:nvSpPr>
          <p:cNvPr id="23" name="Text 21"/>
          <p:cNvSpPr/>
          <p:nvPr/>
        </p:nvSpPr>
        <p:spPr>
          <a:xfrm>
            <a:off x="6916192" y="3574256"/>
            <a:ext cx="5649612" cy="276225"/>
          </a:xfrm>
          <a:prstGeom prst="rect">
            <a:avLst/>
          </a:prstGeom>
          <a:noFill/>
          <a:ln/>
        </p:spPr>
        <p:txBody>
          <a:bodyPr wrap="square" lIns="0" tIns="0" rIns="0" bIns="0" rtlCol="0" anchor="t"/>
          <a:lstStyle/>
          <a:p>
            <a:pPr algn="l" indent="0" marL="0">
              <a:spcBef>
                <a:spcPts val="1556"/>
              </a:spcBef>
              <a:spcAft>
                <a:spcPts val="1556"/>
              </a:spcAft>
              <a:buNone/>
            </a:pPr>
            <a:r>
              <a:rPr lang="en-US" sz="1875" b="1" dirty="0">
                <a:solidFill>
                  <a:srgbClr val="0E8C6E"/>
                </a:solidFill>
                <a:latin typeface="Fredoka" pitchFamily="34" charset="0"/>
                <a:ea typeface="Fredoka" pitchFamily="34" charset="-122"/>
                <a:cs typeface="Fredoka" pitchFamily="34" charset="-120"/>
              </a:rPr>
              <a:t>Your 60-second report</a:t>
            </a:r>
            <a:endParaRPr lang="en-US" sz="1875" dirty="0"/>
          </a:p>
        </p:txBody>
      </p:sp>
      <p:sp>
        <p:nvSpPr>
          <p:cNvPr id="24" name="Text 22"/>
          <p:cNvSpPr/>
          <p:nvPr/>
        </p:nvSpPr>
        <p:spPr>
          <a:xfrm>
            <a:off x="7106692" y="4419600"/>
            <a:ext cx="5249562" cy="882253"/>
          </a:xfrm>
          <a:prstGeom prst="rect">
            <a:avLst/>
          </a:prstGeom>
          <a:noFill/>
          <a:ln/>
        </p:spPr>
        <p:txBody>
          <a:bodyPr wrap="square" lIns="0" tIns="0" rIns="0" bIns="0" rtlCol="0" anchor="t"/>
          <a:lstStyle/>
          <a:p>
            <a:pPr algn="l" indent="0" marL="0">
              <a:lnSpc>
                <a:spcPts val="2316"/>
              </a:lnSpc>
              <a:spcBef>
                <a:spcPts val="1425"/>
              </a:spcBef>
              <a:spcAft>
                <a:spcPts val="1425"/>
              </a:spcAft>
              <a:buNone/>
            </a:pPr>
            <a:r>
              <a:rPr lang="en-US" sz="1425" b="1" dirty="0">
                <a:solidFill>
                  <a:srgbClr val="2B2552"/>
                </a:solidFill>
                <a:latin typeface="Nunito" pitchFamily="34" charset="0"/>
                <a:ea typeface="Nunito" pitchFamily="34" charset="-122"/>
                <a:cs typeface="Nunito" pitchFamily="34" charset="-120"/>
              </a:rPr>
              <a:t>“This is ___. They usually ___. This week, they are ___. Last weekend, they ___. They have ___. Next weekend, they will ___. If ___, they will ___.”</a:t>
            </a:r>
            <a:endParaRPr lang="en-US" sz="14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2096750" y="952500"/>
            <a:ext cx="571500" cy="571500"/>
          </a:xfrm>
          <a:prstGeom prst="rect">
            <a:avLst/>
          </a:prstGeom>
          <a:solidFill>
            <a:srgbClr val="FFC83D"/>
          </a:solidFill>
          <a:ln/>
        </p:spPr>
      </p:sp>
      <p:sp>
        <p:nvSpPr>
          <p:cNvPr id="4" name="Shape 2"/>
          <p:cNvSpPr/>
          <p:nvPr/>
        </p:nvSpPr>
        <p:spPr>
          <a:xfrm>
            <a:off x="1028700" y="2519363"/>
            <a:ext cx="2800350" cy="1562100"/>
          </a:xfrm>
          <a:prstGeom prst="roundRect">
            <a:avLst>
              <a:gd name="adj" fmla="val 15854"/>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3981450" y="2519363"/>
            <a:ext cx="2800350" cy="1562100"/>
          </a:xfrm>
          <a:prstGeom prst="roundRect">
            <a:avLst>
              <a:gd name="adj" fmla="val 15854"/>
            </a:avLst>
          </a:prstGeom>
          <a:solidFill>
            <a:srgbClr val="FFFFFF"/>
          </a:solidFill>
          <a:ln/>
          <a:effectLst>
            <a:outerShdw sx="100000" sy="100000" kx="0" ky="0" algn="bl" rotWithShape="0" blurRad="285750" dist="133350" dir="5400000">
              <a:srgbClr val="7C5CFC">
                <a:alpha val="18000"/>
              </a:srgbClr>
            </a:outerShdw>
          </a:effectLst>
        </p:spPr>
      </p:sp>
      <p:sp>
        <p:nvSpPr>
          <p:cNvPr id="6" name="Shape 4"/>
          <p:cNvSpPr/>
          <p:nvPr/>
        </p:nvSpPr>
        <p:spPr>
          <a:xfrm>
            <a:off x="6934200" y="2519363"/>
            <a:ext cx="2800350" cy="1562100"/>
          </a:xfrm>
          <a:prstGeom prst="roundRect">
            <a:avLst>
              <a:gd name="adj" fmla="val 15854"/>
            </a:avLst>
          </a:prstGeom>
          <a:solidFill>
            <a:srgbClr val="FFFFFF"/>
          </a:solidFill>
          <a:ln/>
          <a:effectLst>
            <a:outerShdw sx="100000" sy="100000" kx="0" ky="0" algn="bl" rotWithShape="0" blurRad="285750" dist="133350" dir="5400000">
              <a:srgbClr val="FF6F91">
                <a:alpha val="18000"/>
              </a:srgbClr>
            </a:outerShdw>
          </a:effectLst>
        </p:spPr>
      </p:sp>
      <p:sp>
        <p:nvSpPr>
          <p:cNvPr id="7" name="Shape 5"/>
          <p:cNvSpPr/>
          <p:nvPr/>
        </p:nvSpPr>
        <p:spPr>
          <a:xfrm>
            <a:off x="9886950" y="2519363"/>
            <a:ext cx="2800350" cy="1562100"/>
          </a:xfrm>
          <a:prstGeom prst="roundRect">
            <a:avLst>
              <a:gd name="adj" fmla="val 15854"/>
            </a:avLst>
          </a:prstGeom>
          <a:solidFill>
            <a:srgbClr val="FFFFFF"/>
          </a:solidFill>
          <a:ln/>
          <a:effectLst>
            <a:outerShdw sx="100000" sy="100000" kx="0" ky="0" algn="bl" rotWithShape="0" blurRad="285750" dist="133350" dir="5400000">
              <a:srgbClr val="4CC9F0">
                <a:alpha val="18000"/>
              </a:srgbClr>
            </a:outerShdw>
          </a:effectLst>
        </p:spPr>
      </p:sp>
      <p:sp>
        <p:nvSpPr>
          <p:cNvPr id="8" name="Shape 6"/>
          <p:cNvSpPr/>
          <p:nvPr/>
        </p:nvSpPr>
        <p:spPr>
          <a:xfrm>
            <a:off x="1028700" y="4233863"/>
            <a:ext cx="2800350" cy="1562100"/>
          </a:xfrm>
          <a:prstGeom prst="roundRect">
            <a:avLst>
              <a:gd name="adj" fmla="val 15854"/>
            </a:avLst>
          </a:prstGeom>
          <a:solidFill>
            <a:srgbClr val="FFFFFF"/>
          </a:solidFill>
          <a:ln/>
          <a:effectLst>
            <a:outerShdw sx="100000" sy="100000" kx="0" ky="0" algn="bl" rotWithShape="0" blurRad="285750" dist="133350" dir="5400000">
              <a:srgbClr val="2FD0A8">
                <a:alpha val="18000"/>
              </a:srgbClr>
            </a:outerShdw>
          </a:effectLst>
        </p:spPr>
      </p:sp>
      <p:sp>
        <p:nvSpPr>
          <p:cNvPr id="9" name="Shape 7"/>
          <p:cNvSpPr/>
          <p:nvPr/>
        </p:nvSpPr>
        <p:spPr>
          <a:xfrm>
            <a:off x="3981450" y="4233863"/>
            <a:ext cx="2800350" cy="1562100"/>
          </a:xfrm>
          <a:prstGeom prst="roundRect">
            <a:avLst>
              <a:gd name="adj" fmla="val 15854"/>
            </a:avLst>
          </a:prstGeom>
          <a:solidFill>
            <a:srgbClr val="FFFFFF"/>
          </a:solidFill>
          <a:ln/>
          <a:effectLst>
            <a:outerShdw sx="100000" sy="100000" kx="0" ky="0" algn="bl" rotWithShape="0" blurRad="285750" dist="133350" dir="5400000">
              <a:srgbClr val="FFC83D">
                <a:alpha val="20000"/>
              </a:srgbClr>
            </a:outerShdw>
          </a:effectLst>
        </p:spPr>
      </p:sp>
      <p:sp>
        <p:nvSpPr>
          <p:cNvPr id="10" name="Shape 8"/>
          <p:cNvSpPr/>
          <p:nvPr/>
        </p:nvSpPr>
        <p:spPr>
          <a:xfrm>
            <a:off x="6934200" y="4233863"/>
            <a:ext cx="2800350" cy="1562100"/>
          </a:xfrm>
          <a:prstGeom prst="roundRect">
            <a:avLst>
              <a:gd name="adj" fmla="val 15854"/>
            </a:avLst>
          </a:prstGeom>
          <a:solidFill>
            <a:srgbClr val="FFFFFF"/>
          </a:solidFill>
          <a:ln/>
          <a:effectLst>
            <a:outerShdw sx="100000" sy="100000" kx="0" ky="0" algn="bl" rotWithShape="0" blurRad="285750" dist="133350" dir="5400000">
              <a:srgbClr val="FF6F91">
                <a:alpha val="18000"/>
              </a:srgbClr>
            </a:outerShdw>
          </a:effectLst>
        </p:spPr>
      </p:sp>
      <p:sp>
        <p:nvSpPr>
          <p:cNvPr id="11" name="Shape 9"/>
          <p:cNvSpPr/>
          <p:nvPr/>
        </p:nvSpPr>
        <p:spPr>
          <a:xfrm>
            <a:off x="9886950" y="4233863"/>
            <a:ext cx="2800350" cy="1562100"/>
          </a:xfrm>
          <a:prstGeom prst="roundRect">
            <a:avLst>
              <a:gd name="adj" fmla="val 15854"/>
            </a:avLst>
          </a:prstGeom>
          <a:solidFill>
            <a:srgbClr val="FFFFFF"/>
          </a:solidFill>
          <a:ln/>
          <a:effectLst>
            <a:outerShdw sx="100000" sy="100000" kx="0" ky="0" algn="bl" rotWithShape="0" blurRad="285750" dist="133350" dir="5400000">
              <a:srgbClr val="4CC9F0">
                <a:alpha val="18000"/>
              </a:srgbClr>
            </a:outerShdw>
          </a:effectLst>
        </p:spPr>
      </p:sp>
      <p:sp>
        <p:nvSpPr>
          <p:cNvPr id="12" name="Shape 10"/>
          <p:cNvSpPr/>
          <p:nvPr/>
        </p:nvSpPr>
        <p:spPr>
          <a:xfrm>
            <a:off x="1028700" y="6024563"/>
            <a:ext cx="11658600" cy="609600"/>
          </a:xfrm>
          <a:prstGeom prst="roundRect">
            <a:avLst>
              <a:gd name="adj" fmla="val 37500"/>
            </a:avLst>
          </a:prstGeom>
          <a:solidFill>
            <a:srgbClr val="2B2552"/>
          </a:solidFill>
          <a:ln/>
        </p:spPr>
      </p:sp>
      <p:sp>
        <p:nvSpPr>
          <p:cNvPr id="13" name="Shape 11"/>
          <p:cNvSpPr/>
          <p:nvPr/>
        </p:nvSpPr>
        <p:spPr>
          <a:xfrm>
            <a:off x="1028700" y="2562225"/>
            <a:ext cx="2800350" cy="0"/>
          </a:xfrm>
          <a:prstGeom prst="line">
            <a:avLst/>
          </a:prstGeom>
          <a:noFill/>
          <a:ln w="85725">
            <a:solidFill>
              <a:srgbClr val="7C5CFC"/>
            </a:solidFill>
            <a:prstDash val="solid"/>
          </a:ln>
        </p:spPr>
      </p:sp>
      <p:sp>
        <p:nvSpPr>
          <p:cNvPr id="14" name="Shape 12"/>
          <p:cNvSpPr/>
          <p:nvPr/>
        </p:nvSpPr>
        <p:spPr>
          <a:xfrm>
            <a:off x="3814763" y="2519363"/>
            <a:ext cx="0" cy="1562100"/>
          </a:xfrm>
          <a:prstGeom prst="line">
            <a:avLst/>
          </a:prstGeom>
          <a:noFill/>
          <a:ln w="28575">
            <a:solidFill>
              <a:srgbClr val="EFE7FF"/>
            </a:solidFill>
            <a:prstDash val="solid"/>
          </a:ln>
        </p:spPr>
      </p:sp>
      <p:sp>
        <p:nvSpPr>
          <p:cNvPr id="15" name="Shape 13"/>
          <p:cNvSpPr/>
          <p:nvPr/>
        </p:nvSpPr>
        <p:spPr>
          <a:xfrm>
            <a:off x="1028700" y="4067175"/>
            <a:ext cx="2800350" cy="0"/>
          </a:xfrm>
          <a:prstGeom prst="line">
            <a:avLst/>
          </a:prstGeom>
          <a:noFill/>
          <a:ln w="28575">
            <a:solidFill>
              <a:srgbClr val="EFE7FF"/>
            </a:solidFill>
            <a:prstDash val="solid"/>
          </a:ln>
        </p:spPr>
      </p:sp>
      <p:sp>
        <p:nvSpPr>
          <p:cNvPr id="16" name="Shape 14"/>
          <p:cNvSpPr/>
          <p:nvPr/>
        </p:nvSpPr>
        <p:spPr>
          <a:xfrm>
            <a:off x="1042988" y="2519363"/>
            <a:ext cx="0" cy="1562100"/>
          </a:xfrm>
          <a:prstGeom prst="line">
            <a:avLst/>
          </a:prstGeom>
          <a:noFill/>
          <a:ln w="28575">
            <a:solidFill>
              <a:srgbClr val="EFE7FF"/>
            </a:solidFill>
            <a:prstDash val="solid"/>
          </a:ln>
        </p:spPr>
      </p:sp>
      <p:sp>
        <p:nvSpPr>
          <p:cNvPr id="17" name="Shape 15"/>
          <p:cNvSpPr/>
          <p:nvPr/>
        </p:nvSpPr>
        <p:spPr>
          <a:xfrm>
            <a:off x="3981450" y="2562225"/>
            <a:ext cx="2800350" cy="0"/>
          </a:xfrm>
          <a:prstGeom prst="line">
            <a:avLst/>
          </a:prstGeom>
          <a:noFill/>
          <a:ln w="85725">
            <a:solidFill>
              <a:srgbClr val="7C5CFC"/>
            </a:solidFill>
            <a:prstDash val="solid"/>
          </a:ln>
        </p:spPr>
      </p:sp>
      <p:sp>
        <p:nvSpPr>
          <p:cNvPr id="18" name="Shape 16"/>
          <p:cNvSpPr/>
          <p:nvPr/>
        </p:nvSpPr>
        <p:spPr>
          <a:xfrm>
            <a:off x="6767513" y="2519363"/>
            <a:ext cx="0" cy="1562100"/>
          </a:xfrm>
          <a:prstGeom prst="line">
            <a:avLst/>
          </a:prstGeom>
          <a:noFill/>
          <a:ln w="28575">
            <a:solidFill>
              <a:srgbClr val="EFE7FF"/>
            </a:solidFill>
            <a:prstDash val="solid"/>
          </a:ln>
        </p:spPr>
      </p:sp>
      <p:sp>
        <p:nvSpPr>
          <p:cNvPr id="19" name="Shape 17"/>
          <p:cNvSpPr/>
          <p:nvPr/>
        </p:nvSpPr>
        <p:spPr>
          <a:xfrm>
            <a:off x="3981450" y="4067175"/>
            <a:ext cx="2800350" cy="0"/>
          </a:xfrm>
          <a:prstGeom prst="line">
            <a:avLst/>
          </a:prstGeom>
          <a:noFill/>
          <a:ln w="28575">
            <a:solidFill>
              <a:srgbClr val="EFE7FF"/>
            </a:solidFill>
            <a:prstDash val="solid"/>
          </a:ln>
        </p:spPr>
      </p:sp>
      <p:sp>
        <p:nvSpPr>
          <p:cNvPr id="20" name="Shape 18"/>
          <p:cNvSpPr/>
          <p:nvPr/>
        </p:nvSpPr>
        <p:spPr>
          <a:xfrm>
            <a:off x="3995738" y="2519363"/>
            <a:ext cx="0" cy="1562100"/>
          </a:xfrm>
          <a:prstGeom prst="line">
            <a:avLst/>
          </a:prstGeom>
          <a:noFill/>
          <a:ln w="28575">
            <a:solidFill>
              <a:srgbClr val="EFE7FF"/>
            </a:solidFill>
            <a:prstDash val="solid"/>
          </a:ln>
        </p:spPr>
      </p:sp>
      <p:sp>
        <p:nvSpPr>
          <p:cNvPr id="21" name="Shape 19"/>
          <p:cNvSpPr/>
          <p:nvPr/>
        </p:nvSpPr>
        <p:spPr>
          <a:xfrm>
            <a:off x="6934200" y="2562225"/>
            <a:ext cx="2800350" cy="0"/>
          </a:xfrm>
          <a:prstGeom prst="line">
            <a:avLst/>
          </a:prstGeom>
          <a:noFill/>
          <a:ln w="85725">
            <a:solidFill>
              <a:srgbClr val="FF6F91"/>
            </a:solidFill>
            <a:prstDash val="solid"/>
          </a:ln>
        </p:spPr>
      </p:sp>
      <p:sp>
        <p:nvSpPr>
          <p:cNvPr id="22" name="Shape 20"/>
          <p:cNvSpPr/>
          <p:nvPr/>
        </p:nvSpPr>
        <p:spPr>
          <a:xfrm>
            <a:off x="9720262" y="2519363"/>
            <a:ext cx="0" cy="1562100"/>
          </a:xfrm>
          <a:prstGeom prst="line">
            <a:avLst/>
          </a:prstGeom>
          <a:noFill/>
          <a:ln w="28575">
            <a:solidFill>
              <a:srgbClr val="EFE7FF"/>
            </a:solidFill>
            <a:prstDash val="solid"/>
          </a:ln>
        </p:spPr>
      </p:sp>
      <p:sp>
        <p:nvSpPr>
          <p:cNvPr id="23" name="Shape 21"/>
          <p:cNvSpPr/>
          <p:nvPr/>
        </p:nvSpPr>
        <p:spPr>
          <a:xfrm>
            <a:off x="6934200" y="4067175"/>
            <a:ext cx="2800350" cy="0"/>
          </a:xfrm>
          <a:prstGeom prst="line">
            <a:avLst/>
          </a:prstGeom>
          <a:noFill/>
          <a:ln w="28575">
            <a:solidFill>
              <a:srgbClr val="EFE7FF"/>
            </a:solidFill>
            <a:prstDash val="solid"/>
          </a:ln>
        </p:spPr>
      </p:sp>
      <p:sp>
        <p:nvSpPr>
          <p:cNvPr id="24" name="Shape 22"/>
          <p:cNvSpPr/>
          <p:nvPr/>
        </p:nvSpPr>
        <p:spPr>
          <a:xfrm>
            <a:off x="6948488" y="2519363"/>
            <a:ext cx="0" cy="1562100"/>
          </a:xfrm>
          <a:prstGeom prst="line">
            <a:avLst/>
          </a:prstGeom>
          <a:noFill/>
          <a:ln w="28575">
            <a:solidFill>
              <a:srgbClr val="EFE7FF"/>
            </a:solidFill>
            <a:prstDash val="solid"/>
          </a:ln>
        </p:spPr>
      </p:sp>
      <p:sp>
        <p:nvSpPr>
          <p:cNvPr id="25" name="Shape 23"/>
          <p:cNvSpPr/>
          <p:nvPr/>
        </p:nvSpPr>
        <p:spPr>
          <a:xfrm>
            <a:off x="9886950" y="2562225"/>
            <a:ext cx="2800350" cy="0"/>
          </a:xfrm>
          <a:prstGeom prst="line">
            <a:avLst/>
          </a:prstGeom>
          <a:noFill/>
          <a:ln w="85725">
            <a:solidFill>
              <a:srgbClr val="4CC9F0"/>
            </a:solidFill>
            <a:prstDash val="solid"/>
          </a:ln>
        </p:spPr>
      </p:sp>
      <p:sp>
        <p:nvSpPr>
          <p:cNvPr id="26" name="Shape 24"/>
          <p:cNvSpPr/>
          <p:nvPr/>
        </p:nvSpPr>
        <p:spPr>
          <a:xfrm>
            <a:off x="12673013" y="2519363"/>
            <a:ext cx="0" cy="1562100"/>
          </a:xfrm>
          <a:prstGeom prst="line">
            <a:avLst/>
          </a:prstGeom>
          <a:noFill/>
          <a:ln w="28575">
            <a:solidFill>
              <a:srgbClr val="EFE7FF"/>
            </a:solidFill>
            <a:prstDash val="solid"/>
          </a:ln>
        </p:spPr>
      </p:sp>
      <p:sp>
        <p:nvSpPr>
          <p:cNvPr id="27" name="Shape 25"/>
          <p:cNvSpPr/>
          <p:nvPr/>
        </p:nvSpPr>
        <p:spPr>
          <a:xfrm>
            <a:off x="9886950" y="4067175"/>
            <a:ext cx="2800350" cy="0"/>
          </a:xfrm>
          <a:prstGeom prst="line">
            <a:avLst/>
          </a:prstGeom>
          <a:noFill/>
          <a:ln w="28575">
            <a:solidFill>
              <a:srgbClr val="EFE7FF"/>
            </a:solidFill>
            <a:prstDash val="solid"/>
          </a:ln>
        </p:spPr>
      </p:sp>
      <p:sp>
        <p:nvSpPr>
          <p:cNvPr id="28" name="Shape 26"/>
          <p:cNvSpPr/>
          <p:nvPr/>
        </p:nvSpPr>
        <p:spPr>
          <a:xfrm>
            <a:off x="9901238" y="2519363"/>
            <a:ext cx="0" cy="1562100"/>
          </a:xfrm>
          <a:prstGeom prst="line">
            <a:avLst/>
          </a:prstGeom>
          <a:noFill/>
          <a:ln w="28575">
            <a:solidFill>
              <a:srgbClr val="EFE7FF"/>
            </a:solidFill>
            <a:prstDash val="solid"/>
          </a:ln>
        </p:spPr>
      </p:sp>
      <p:sp>
        <p:nvSpPr>
          <p:cNvPr id="29" name="Shape 27"/>
          <p:cNvSpPr/>
          <p:nvPr/>
        </p:nvSpPr>
        <p:spPr>
          <a:xfrm>
            <a:off x="1028700" y="4276725"/>
            <a:ext cx="2800350" cy="0"/>
          </a:xfrm>
          <a:prstGeom prst="line">
            <a:avLst/>
          </a:prstGeom>
          <a:noFill/>
          <a:ln w="85725">
            <a:solidFill>
              <a:srgbClr val="2FD0A8"/>
            </a:solidFill>
            <a:prstDash val="solid"/>
          </a:ln>
        </p:spPr>
      </p:sp>
      <p:sp>
        <p:nvSpPr>
          <p:cNvPr id="30" name="Shape 28"/>
          <p:cNvSpPr/>
          <p:nvPr/>
        </p:nvSpPr>
        <p:spPr>
          <a:xfrm>
            <a:off x="3814763" y="4233863"/>
            <a:ext cx="0" cy="1562100"/>
          </a:xfrm>
          <a:prstGeom prst="line">
            <a:avLst/>
          </a:prstGeom>
          <a:noFill/>
          <a:ln w="28575">
            <a:solidFill>
              <a:srgbClr val="EFE7FF"/>
            </a:solidFill>
            <a:prstDash val="solid"/>
          </a:ln>
        </p:spPr>
      </p:sp>
      <p:sp>
        <p:nvSpPr>
          <p:cNvPr id="31" name="Shape 29"/>
          <p:cNvSpPr/>
          <p:nvPr/>
        </p:nvSpPr>
        <p:spPr>
          <a:xfrm>
            <a:off x="1028700" y="5781675"/>
            <a:ext cx="2800350" cy="0"/>
          </a:xfrm>
          <a:prstGeom prst="line">
            <a:avLst/>
          </a:prstGeom>
          <a:noFill/>
          <a:ln w="28575">
            <a:solidFill>
              <a:srgbClr val="EFE7FF"/>
            </a:solidFill>
            <a:prstDash val="solid"/>
          </a:ln>
        </p:spPr>
      </p:sp>
      <p:sp>
        <p:nvSpPr>
          <p:cNvPr id="32" name="Shape 30"/>
          <p:cNvSpPr/>
          <p:nvPr/>
        </p:nvSpPr>
        <p:spPr>
          <a:xfrm>
            <a:off x="1042988" y="4233863"/>
            <a:ext cx="0" cy="1562100"/>
          </a:xfrm>
          <a:prstGeom prst="line">
            <a:avLst/>
          </a:prstGeom>
          <a:noFill/>
          <a:ln w="28575">
            <a:solidFill>
              <a:srgbClr val="EFE7FF"/>
            </a:solidFill>
            <a:prstDash val="solid"/>
          </a:ln>
        </p:spPr>
      </p:sp>
      <p:sp>
        <p:nvSpPr>
          <p:cNvPr id="33" name="Shape 31"/>
          <p:cNvSpPr/>
          <p:nvPr/>
        </p:nvSpPr>
        <p:spPr>
          <a:xfrm>
            <a:off x="3981450" y="4276725"/>
            <a:ext cx="2800350" cy="0"/>
          </a:xfrm>
          <a:prstGeom prst="line">
            <a:avLst/>
          </a:prstGeom>
          <a:noFill/>
          <a:ln w="85725">
            <a:solidFill>
              <a:srgbClr val="FFC83D"/>
            </a:solidFill>
            <a:prstDash val="solid"/>
          </a:ln>
        </p:spPr>
      </p:sp>
      <p:sp>
        <p:nvSpPr>
          <p:cNvPr id="34" name="Shape 32"/>
          <p:cNvSpPr/>
          <p:nvPr/>
        </p:nvSpPr>
        <p:spPr>
          <a:xfrm>
            <a:off x="6767513" y="4233863"/>
            <a:ext cx="0" cy="1562100"/>
          </a:xfrm>
          <a:prstGeom prst="line">
            <a:avLst/>
          </a:prstGeom>
          <a:noFill/>
          <a:ln w="28575">
            <a:solidFill>
              <a:srgbClr val="EFE7FF"/>
            </a:solidFill>
            <a:prstDash val="solid"/>
          </a:ln>
        </p:spPr>
      </p:sp>
      <p:sp>
        <p:nvSpPr>
          <p:cNvPr id="35" name="Shape 33"/>
          <p:cNvSpPr/>
          <p:nvPr/>
        </p:nvSpPr>
        <p:spPr>
          <a:xfrm>
            <a:off x="3981450" y="5781675"/>
            <a:ext cx="2800350" cy="0"/>
          </a:xfrm>
          <a:prstGeom prst="line">
            <a:avLst/>
          </a:prstGeom>
          <a:noFill/>
          <a:ln w="28575">
            <a:solidFill>
              <a:srgbClr val="EFE7FF"/>
            </a:solidFill>
            <a:prstDash val="solid"/>
          </a:ln>
        </p:spPr>
      </p:sp>
      <p:sp>
        <p:nvSpPr>
          <p:cNvPr id="36" name="Shape 34"/>
          <p:cNvSpPr/>
          <p:nvPr/>
        </p:nvSpPr>
        <p:spPr>
          <a:xfrm>
            <a:off x="3995738" y="4233863"/>
            <a:ext cx="0" cy="1562100"/>
          </a:xfrm>
          <a:prstGeom prst="line">
            <a:avLst/>
          </a:prstGeom>
          <a:noFill/>
          <a:ln w="28575">
            <a:solidFill>
              <a:srgbClr val="EFE7FF"/>
            </a:solidFill>
            <a:prstDash val="solid"/>
          </a:ln>
        </p:spPr>
      </p:sp>
      <p:sp>
        <p:nvSpPr>
          <p:cNvPr id="37" name="Shape 35"/>
          <p:cNvSpPr/>
          <p:nvPr/>
        </p:nvSpPr>
        <p:spPr>
          <a:xfrm>
            <a:off x="6934200" y="4276725"/>
            <a:ext cx="2800350" cy="0"/>
          </a:xfrm>
          <a:prstGeom prst="line">
            <a:avLst/>
          </a:prstGeom>
          <a:noFill/>
          <a:ln w="85725">
            <a:solidFill>
              <a:srgbClr val="FF6F91"/>
            </a:solidFill>
            <a:prstDash val="solid"/>
          </a:ln>
        </p:spPr>
      </p:sp>
      <p:sp>
        <p:nvSpPr>
          <p:cNvPr id="38" name="Shape 36"/>
          <p:cNvSpPr/>
          <p:nvPr/>
        </p:nvSpPr>
        <p:spPr>
          <a:xfrm>
            <a:off x="9720262" y="4233863"/>
            <a:ext cx="0" cy="1562100"/>
          </a:xfrm>
          <a:prstGeom prst="line">
            <a:avLst/>
          </a:prstGeom>
          <a:noFill/>
          <a:ln w="28575">
            <a:solidFill>
              <a:srgbClr val="EFE7FF"/>
            </a:solidFill>
            <a:prstDash val="solid"/>
          </a:ln>
        </p:spPr>
      </p:sp>
      <p:sp>
        <p:nvSpPr>
          <p:cNvPr id="39" name="Shape 37"/>
          <p:cNvSpPr/>
          <p:nvPr/>
        </p:nvSpPr>
        <p:spPr>
          <a:xfrm>
            <a:off x="6934200" y="5781675"/>
            <a:ext cx="2800350" cy="0"/>
          </a:xfrm>
          <a:prstGeom prst="line">
            <a:avLst/>
          </a:prstGeom>
          <a:noFill/>
          <a:ln w="28575">
            <a:solidFill>
              <a:srgbClr val="EFE7FF"/>
            </a:solidFill>
            <a:prstDash val="solid"/>
          </a:ln>
        </p:spPr>
      </p:sp>
      <p:sp>
        <p:nvSpPr>
          <p:cNvPr id="40" name="Shape 38"/>
          <p:cNvSpPr/>
          <p:nvPr/>
        </p:nvSpPr>
        <p:spPr>
          <a:xfrm>
            <a:off x="6948488" y="4233863"/>
            <a:ext cx="0" cy="1562100"/>
          </a:xfrm>
          <a:prstGeom prst="line">
            <a:avLst/>
          </a:prstGeom>
          <a:noFill/>
          <a:ln w="28575">
            <a:solidFill>
              <a:srgbClr val="EFE7FF"/>
            </a:solidFill>
            <a:prstDash val="solid"/>
          </a:ln>
        </p:spPr>
      </p:sp>
      <p:sp>
        <p:nvSpPr>
          <p:cNvPr id="41" name="Shape 39"/>
          <p:cNvSpPr/>
          <p:nvPr/>
        </p:nvSpPr>
        <p:spPr>
          <a:xfrm>
            <a:off x="9886950" y="4276725"/>
            <a:ext cx="2800350" cy="0"/>
          </a:xfrm>
          <a:prstGeom prst="line">
            <a:avLst/>
          </a:prstGeom>
          <a:noFill/>
          <a:ln w="85725">
            <a:solidFill>
              <a:srgbClr val="4CC9F0"/>
            </a:solidFill>
            <a:prstDash val="solid"/>
          </a:ln>
        </p:spPr>
      </p:sp>
      <p:sp>
        <p:nvSpPr>
          <p:cNvPr id="42" name="Shape 40"/>
          <p:cNvSpPr/>
          <p:nvPr/>
        </p:nvSpPr>
        <p:spPr>
          <a:xfrm>
            <a:off x="12673013" y="4233863"/>
            <a:ext cx="0" cy="1562100"/>
          </a:xfrm>
          <a:prstGeom prst="line">
            <a:avLst/>
          </a:prstGeom>
          <a:noFill/>
          <a:ln w="28575">
            <a:solidFill>
              <a:srgbClr val="EFE7FF"/>
            </a:solidFill>
            <a:prstDash val="solid"/>
          </a:ln>
        </p:spPr>
      </p:sp>
      <p:sp>
        <p:nvSpPr>
          <p:cNvPr id="43" name="Shape 41"/>
          <p:cNvSpPr/>
          <p:nvPr/>
        </p:nvSpPr>
        <p:spPr>
          <a:xfrm>
            <a:off x="9886950" y="5781675"/>
            <a:ext cx="2800350" cy="0"/>
          </a:xfrm>
          <a:prstGeom prst="line">
            <a:avLst/>
          </a:prstGeom>
          <a:noFill/>
          <a:ln w="28575">
            <a:solidFill>
              <a:srgbClr val="EFE7FF"/>
            </a:solidFill>
            <a:prstDash val="solid"/>
          </a:ln>
        </p:spPr>
      </p:sp>
      <p:sp>
        <p:nvSpPr>
          <p:cNvPr id="44" name="Shape 42"/>
          <p:cNvSpPr/>
          <p:nvPr/>
        </p:nvSpPr>
        <p:spPr>
          <a:xfrm>
            <a:off x="9901238" y="4233863"/>
            <a:ext cx="0" cy="1562100"/>
          </a:xfrm>
          <a:prstGeom prst="line">
            <a:avLst/>
          </a:prstGeom>
          <a:noFill/>
          <a:ln w="28575">
            <a:solidFill>
              <a:srgbClr val="EFE7FF"/>
            </a:solidFill>
            <a:prstDash val="solid"/>
          </a:ln>
        </p:spPr>
      </p:sp>
      <p:sp>
        <p:nvSpPr>
          <p:cNvPr id="45" name="Text 43"/>
          <p:cNvSpPr/>
          <p:nvPr/>
        </p:nvSpPr>
        <p:spPr>
          <a:xfrm>
            <a:off x="1028700" y="1028700"/>
            <a:ext cx="2262158" cy="295275"/>
          </a:xfrm>
          <a:prstGeom prst="rect">
            <a:avLst/>
          </a:prstGeom>
          <a:noFill/>
          <a:ln/>
        </p:spPr>
        <p:txBody>
          <a:bodyPr wrap="square" lIns="171450" tIns="66675" rIns="171450" bIns="66675" rtlCol="0" anchor="t"/>
          <a:lstStyle/>
          <a:p>
            <a:pPr algn="l" indent="0" marL="0">
              <a:buNone/>
            </a:pPr>
            <a:r>
              <a:rPr lang="en-US" sz="1125" b="1" dirty="0">
                <a:solidFill>
                  <a:srgbClr val="B58400"/>
                </a:solidFill>
                <a:latin typeface="Fredoka" pitchFamily="34" charset="0"/>
                <a:ea typeface="Fredoka" pitchFamily="34" charset="-122"/>
                <a:cs typeface="Fredoka" pitchFamily="34" charset="-120"/>
              </a:rPr>
              <a:t>REVIEW GAME · 8 MIN</a:t>
            </a:r>
            <a:endParaRPr lang="en-US" sz="1125" dirty="0"/>
          </a:p>
        </p:txBody>
      </p:sp>
      <p:sp>
        <p:nvSpPr>
          <p:cNvPr id="46" name="Text 44"/>
          <p:cNvSpPr/>
          <p:nvPr/>
        </p:nvSpPr>
        <p:spPr>
          <a:xfrm>
            <a:off x="1028700" y="1438275"/>
            <a:ext cx="4605419" cy="495300"/>
          </a:xfrm>
          <a:prstGeom prst="rect">
            <a:avLst/>
          </a:prstGeom>
          <a:noFill/>
          <a:ln/>
        </p:spPr>
        <p:txBody>
          <a:bodyPr wrap="square" lIns="0" tIns="0" rIns="0" bIns="0" rtlCol="0" anchor="t"/>
          <a:lstStyle/>
          <a:p>
            <a:pPr algn="l" indent="0" marL="0">
              <a:lnSpc>
                <a:spcPts val="3900"/>
              </a:lnSpc>
              <a:spcBef>
                <a:spcPts val="900"/>
              </a:spcBef>
              <a:spcAft>
                <a:spcPts val="2513"/>
              </a:spcAft>
              <a:buNone/>
            </a:pPr>
            <a:r>
              <a:rPr lang="en-US" sz="3750" b="1" dirty="0">
                <a:solidFill>
                  <a:srgbClr val="2B2552"/>
                </a:solidFill>
                <a:latin typeface="Fredoka" pitchFamily="34" charset="0"/>
                <a:ea typeface="Fredoka" pitchFamily="34" charset="-122"/>
                <a:cs typeface="Fredoka" pitchFamily="34" charset="-120"/>
              </a:rPr>
              <a:t>Grammar Quest 🏆</a:t>
            </a:r>
            <a:endParaRPr lang="en-US" sz="3750" dirty="0"/>
          </a:p>
        </p:txBody>
      </p:sp>
      <p:sp>
        <p:nvSpPr>
          <p:cNvPr id="47" name="Text 45"/>
          <p:cNvSpPr/>
          <p:nvPr/>
        </p:nvSpPr>
        <p:spPr>
          <a:xfrm>
            <a:off x="10822484" y="1483519"/>
            <a:ext cx="1958057" cy="314325"/>
          </a:xfrm>
          <a:prstGeom prst="rect">
            <a:avLst/>
          </a:prstGeom>
          <a:noFill/>
          <a:ln/>
        </p:spPr>
        <p:txBody>
          <a:bodyPr wrap="square" lIns="133350" tIns="57150" rIns="133350" bIns="57150" rtlCol="0" anchor="t"/>
          <a:lstStyle/>
          <a:p>
            <a:pPr algn="l" indent="0" marL="0">
              <a:buNone/>
            </a:pPr>
            <a:r>
              <a:rPr lang="en-US" sz="1200" b="1" dirty="0">
                <a:solidFill>
                  <a:srgbClr val="2B2552"/>
                </a:solidFill>
                <a:latin typeface="Fredoka" pitchFamily="34" charset="0"/>
                <a:ea typeface="Fredoka" pitchFamily="34" charset="-122"/>
                <a:cs typeface="Fredoka" pitchFamily="34" charset="-120"/>
              </a:rPr>
              <a:t>⭐ 1 point per answer</a:t>
            </a:r>
            <a:endParaRPr lang="en-US" sz="1200" dirty="0"/>
          </a:p>
        </p:txBody>
      </p:sp>
      <p:sp>
        <p:nvSpPr>
          <p:cNvPr id="48" name="Text 46"/>
          <p:cNvSpPr/>
          <p:nvPr/>
        </p:nvSpPr>
        <p:spPr>
          <a:xfrm>
            <a:off x="1268730" y="30051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7C5CFC"/>
                </a:solidFill>
                <a:latin typeface="Fredoka" pitchFamily="34" charset="0"/>
                <a:ea typeface="Fredoka" pitchFamily="34" charset="-122"/>
                <a:cs typeface="Fredoka" pitchFamily="34" charset="-120"/>
              </a:rPr>
              <a:t>HABIT</a:t>
            </a:r>
            <a:endParaRPr lang="en-US" sz="1050" dirty="0"/>
          </a:p>
        </p:txBody>
      </p:sp>
      <p:sp>
        <p:nvSpPr>
          <p:cNvPr id="49" name="Text 47"/>
          <p:cNvSpPr/>
          <p:nvPr/>
        </p:nvSpPr>
        <p:spPr>
          <a:xfrm>
            <a:off x="1268730" y="3290888"/>
            <a:ext cx="2320290" cy="34290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I ___ (drink) tea every morning.</a:t>
            </a:r>
            <a:endParaRPr lang="en-US" sz="1200" dirty="0"/>
          </a:p>
        </p:txBody>
      </p:sp>
      <p:sp>
        <p:nvSpPr>
          <p:cNvPr id="50" name="Text 48"/>
          <p:cNvSpPr/>
          <p:nvPr/>
        </p:nvSpPr>
        <p:spPr>
          <a:xfrm>
            <a:off x="4221480" y="30051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7C5CFC"/>
                </a:solidFill>
                <a:latin typeface="Fredoka" pitchFamily="34" charset="0"/>
                <a:ea typeface="Fredoka" pitchFamily="34" charset="-122"/>
                <a:cs typeface="Fredoka" pitchFamily="34" charset="-120"/>
              </a:rPr>
              <a:t>NOW</a:t>
            </a:r>
            <a:endParaRPr lang="en-US" sz="1050" dirty="0"/>
          </a:p>
        </p:txBody>
      </p:sp>
      <p:sp>
        <p:nvSpPr>
          <p:cNvPr id="51" name="Text 49"/>
          <p:cNvSpPr/>
          <p:nvPr/>
        </p:nvSpPr>
        <p:spPr>
          <a:xfrm>
            <a:off x="4221480" y="3290888"/>
            <a:ext cx="2320290" cy="17145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We ___ (revise) grammar now.</a:t>
            </a:r>
            <a:endParaRPr lang="en-US" sz="1200" dirty="0"/>
          </a:p>
        </p:txBody>
      </p:sp>
      <p:sp>
        <p:nvSpPr>
          <p:cNvPr id="52" name="Text 50"/>
          <p:cNvSpPr/>
          <p:nvPr/>
        </p:nvSpPr>
        <p:spPr>
          <a:xfrm>
            <a:off x="7174230" y="30051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FF6F91"/>
                </a:solidFill>
                <a:latin typeface="Fredoka" pitchFamily="34" charset="0"/>
                <a:ea typeface="Fredoka" pitchFamily="34" charset="-122"/>
                <a:cs typeface="Fredoka" pitchFamily="34" charset="-120"/>
              </a:rPr>
              <a:t>PAST</a:t>
            </a:r>
            <a:endParaRPr lang="en-US" sz="1050" dirty="0"/>
          </a:p>
        </p:txBody>
      </p:sp>
      <p:sp>
        <p:nvSpPr>
          <p:cNvPr id="53" name="Text 51"/>
          <p:cNvSpPr/>
          <p:nvPr/>
        </p:nvSpPr>
        <p:spPr>
          <a:xfrm>
            <a:off x="7174230" y="3290888"/>
            <a:ext cx="2320290" cy="17145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She ___ (go) skiing last year.</a:t>
            </a:r>
            <a:endParaRPr lang="en-US" sz="1200" dirty="0"/>
          </a:p>
        </p:txBody>
      </p:sp>
      <p:sp>
        <p:nvSpPr>
          <p:cNvPr id="54" name="Text 52"/>
          <p:cNvSpPr/>
          <p:nvPr/>
        </p:nvSpPr>
        <p:spPr>
          <a:xfrm>
            <a:off x="10126980" y="30051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1B86AE"/>
                </a:solidFill>
                <a:latin typeface="Fredoka" pitchFamily="34" charset="0"/>
                <a:ea typeface="Fredoka" pitchFamily="34" charset="-122"/>
                <a:cs typeface="Fredoka" pitchFamily="34" charset="-120"/>
              </a:rPr>
              <a:t>FUTURE</a:t>
            </a:r>
            <a:endParaRPr lang="en-US" sz="1050" dirty="0"/>
          </a:p>
        </p:txBody>
      </p:sp>
      <p:sp>
        <p:nvSpPr>
          <p:cNvPr id="55" name="Text 53"/>
          <p:cNvSpPr/>
          <p:nvPr/>
        </p:nvSpPr>
        <p:spPr>
          <a:xfrm>
            <a:off x="10126980" y="3290888"/>
            <a:ext cx="2320290" cy="17145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I think it ___ (be) sunny.</a:t>
            </a:r>
            <a:endParaRPr lang="en-US" sz="1200" dirty="0"/>
          </a:p>
        </p:txBody>
      </p:sp>
      <p:sp>
        <p:nvSpPr>
          <p:cNvPr id="56" name="Text 54"/>
          <p:cNvSpPr/>
          <p:nvPr/>
        </p:nvSpPr>
        <p:spPr>
          <a:xfrm>
            <a:off x="1268730" y="47196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0E8C6E"/>
                </a:solidFill>
                <a:latin typeface="Fredoka" pitchFamily="34" charset="0"/>
                <a:ea typeface="Fredoka" pitchFamily="34" charset="-122"/>
                <a:cs typeface="Fredoka" pitchFamily="34" charset="-120"/>
              </a:rPr>
              <a:t>EXPERIENCE</a:t>
            </a:r>
            <a:endParaRPr lang="en-US" sz="1050" dirty="0"/>
          </a:p>
        </p:txBody>
      </p:sp>
      <p:sp>
        <p:nvSpPr>
          <p:cNvPr id="57" name="Text 55"/>
          <p:cNvSpPr/>
          <p:nvPr/>
        </p:nvSpPr>
        <p:spPr>
          <a:xfrm>
            <a:off x="1268730" y="5005388"/>
            <a:ext cx="2320290" cy="34290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Have you ever ___ (see) snow?</a:t>
            </a:r>
            <a:endParaRPr lang="en-US" sz="1200" dirty="0"/>
          </a:p>
        </p:txBody>
      </p:sp>
      <p:sp>
        <p:nvSpPr>
          <p:cNvPr id="58" name="Text 56"/>
          <p:cNvSpPr/>
          <p:nvPr/>
        </p:nvSpPr>
        <p:spPr>
          <a:xfrm>
            <a:off x="4221480" y="47196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B58400"/>
                </a:solidFill>
                <a:latin typeface="Fredoka" pitchFamily="34" charset="0"/>
                <a:ea typeface="Fredoka" pitchFamily="34" charset="-122"/>
                <a:cs typeface="Fredoka" pitchFamily="34" charset="-120"/>
              </a:rPr>
              <a:t>PLACE</a:t>
            </a:r>
            <a:endParaRPr lang="en-US" sz="1050" dirty="0"/>
          </a:p>
        </p:txBody>
      </p:sp>
      <p:sp>
        <p:nvSpPr>
          <p:cNvPr id="59" name="Text 57"/>
          <p:cNvSpPr/>
          <p:nvPr/>
        </p:nvSpPr>
        <p:spPr>
          <a:xfrm>
            <a:off x="4221480" y="5005388"/>
            <a:ext cx="2320290" cy="34290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___ three parks near my house.</a:t>
            </a:r>
            <a:endParaRPr lang="en-US" sz="1200" dirty="0"/>
          </a:p>
        </p:txBody>
      </p:sp>
      <p:sp>
        <p:nvSpPr>
          <p:cNvPr id="60" name="Text 58"/>
          <p:cNvSpPr/>
          <p:nvPr/>
        </p:nvSpPr>
        <p:spPr>
          <a:xfrm>
            <a:off x="7174230" y="47196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FF6F91"/>
                </a:solidFill>
                <a:latin typeface="Fredoka" pitchFamily="34" charset="0"/>
                <a:ea typeface="Fredoka" pitchFamily="34" charset="-122"/>
                <a:cs typeface="Fredoka" pitchFamily="34" charset="-120"/>
              </a:rPr>
              <a:t>COMPARE</a:t>
            </a:r>
            <a:endParaRPr lang="en-US" sz="1050" dirty="0"/>
          </a:p>
        </p:txBody>
      </p:sp>
      <p:sp>
        <p:nvSpPr>
          <p:cNvPr id="61" name="Text 59"/>
          <p:cNvSpPr/>
          <p:nvPr/>
        </p:nvSpPr>
        <p:spPr>
          <a:xfrm>
            <a:off x="7174230" y="5005388"/>
            <a:ext cx="2320290" cy="17145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July is ___ (hot) than May.</a:t>
            </a:r>
            <a:endParaRPr lang="en-US" sz="1200" dirty="0"/>
          </a:p>
        </p:txBody>
      </p:sp>
      <p:sp>
        <p:nvSpPr>
          <p:cNvPr id="62" name="Text 60"/>
          <p:cNvSpPr/>
          <p:nvPr/>
        </p:nvSpPr>
        <p:spPr>
          <a:xfrm>
            <a:off x="10126980" y="4719638"/>
            <a:ext cx="2320290" cy="152400"/>
          </a:xfrm>
          <a:prstGeom prst="rect">
            <a:avLst/>
          </a:prstGeom>
          <a:noFill/>
          <a:ln/>
        </p:spPr>
        <p:txBody>
          <a:bodyPr wrap="square" lIns="0" tIns="0" rIns="0" bIns="0" rtlCol="0" anchor="t"/>
          <a:lstStyle/>
          <a:p>
            <a:pPr algn="ctr" indent="0" marL="0">
              <a:spcBef>
                <a:spcPts val="1050"/>
              </a:spcBef>
              <a:spcAft>
                <a:spcPts val="1050"/>
              </a:spcAft>
              <a:buNone/>
            </a:pPr>
            <a:r>
              <a:rPr lang="en-US" sz="1050" b="1" dirty="0">
                <a:solidFill>
                  <a:srgbClr val="1B86AE"/>
                </a:solidFill>
                <a:latin typeface="Fredoka" pitchFamily="34" charset="0"/>
                <a:ea typeface="Fredoka" pitchFamily="34" charset="-122"/>
                <a:cs typeface="Fredoka" pitchFamily="34" charset="-120"/>
              </a:rPr>
              <a:t>CONDITION</a:t>
            </a:r>
            <a:endParaRPr lang="en-US" sz="1050" dirty="0"/>
          </a:p>
        </p:txBody>
      </p:sp>
      <p:sp>
        <p:nvSpPr>
          <p:cNvPr id="63" name="Text 61"/>
          <p:cNvSpPr/>
          <p:nvPr/>
        </p:nvSpPr>
        <p:spPr>
          <a:xfrm>
            <a:off x="10126980" y="5005388"/>
            <a:ext cx="2320290" cy="171450"/>
          </a:xfrm>
          <a:prstGeom prst="rect">
            <a:avLst/>
          </a:prstGeom>
          <a:noFill/>
          <a:ln/>
        </p:spPr>
        <p:txBody>
          <a:bodyPr wrap="square" lIns="0" tIns="0" rIns="0" bIns="0" rtlCol="0" anchor="t"/>
          <a:lstStyle/>
          <a:p>
            <a:pPr algn="ctr" indent="0" marL="0">
              <a:spcBef>
                <a:spcPts val="600"/>
              </a:spcBef>
              <a:spcAft>
                <a:spcPts val="1200"/>
              </a:spcAft>
              <a:buNone/>
            </a:pPr>
            <a:r>
              <a:rPr lang="en-US" sz="1200" b="1" dirty="0">
                <a:solidFill>
                  <a:srgbClr val="2B2552"/>
                </a:solidFill>
                <a:latin typeface="Nunito" pitchFamily="34" charset="0"/>
                <a:ea typeface="Nunito" pitchFamily="34" charset="-122"/>
                <a:cs typeface="Nunito" pitchFamily="34" charset="-120"/>
              </a:rPr>
              <a:t>If I finish early, I ___ (call) you.</a:t>
            </a:r>
            <a:endParaRPr lang="en-US" sz="1200" dirty="0"/>
          </a:p>
        </p:txBody>
      </p:sp>
      <p:sp>
        <p:nvSpPr>
          <p:cNvPr id="64" name="Text 62"/>
          <p:cNvSpPr/>
          <p:nvPr/>
        </p:nvSpPr>
        <p:spPr>
          <a:xfrm>
            <a:off x="737235" y="6824663"/>
            <a:ext cx="12241530" cy="228600"/>
          </a:xfrm>
          <a:prstGeom prst="rect">
            <a:avLst/>
          </a:prstGeom>
          <a:noFill/>
          <a:ln/>
        </p:spPr>
        <p:txBody>
          <a:bodyPr wrap="square" lIns="0" tIns="0" rIns="0" bIns="0" rtlCol="0" anchor="t"/>
          <a:lstStyle/>
          <a:p>
            <a:pPr algn="ctr" indent="0" marL="0">
              <a:spcBef>
                <a:spcPts val="1350"/>
              </a:spcBef>
              <a:spcAft>
                <a:spcPts val="1350"/>
              </a:spcAft>
              <a:buNone/>
            </a:pPr>
            <a:r>
              <a:rPr lang="en-US" sz="1350" b="1" dirty="0">
                <a:solidFill>
                  <a:srgbClr val="7C5CFC"/>
                </a:solidFill>
                <a:latin typeface="Nunito" pitchFamily="34" charset="0"/>
                <a:ea typeface="Nunito" pitchFamily="34" charset="-122"/>
                <a:cs typeface="Nunito" pitchFamily="34" charset="-120"/>
              </a:rPr>
              <a:t>🤔 Reflection: Which tense is easiest for you? Which needs one more example?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6250" y="476250"/>
            <a:ext cx="12763500" cy="6762750"/>
          </a:xfrm>
          <a:prstGeom prst="rect">
            <a:avLst/>
          </a:prstGeom>
          <a:solidFill>
            <a:srgbClr val="FFF7EC"/>
          </a:solidFill>
          <a:ln/>
        </p:spPr>
      </p:sp>
      <p:sp>
        <p:nvSpPr>
          <p:cNvPr id="3" name="Shape 1"/>
          <p:cNvSpPr/>
          <p:nvPr/>
        </p:nvSpPr>
        <p:spPr>
          <a:xfrm>
            <a:off x="12192000" y="6191250"/>
            <a:ext cx="1428750" cy="1428750"/>
          </a:xfrm>
          <a:prstGeom prst="roundRect">
            <a:avLst>
              <a:gd name="adj" fmla="val 666000"/>
            </a:avLst>
          </a:prstGeom>
          <a:solidFill>
            <a:srgbClr val="4CC9F0"/>
          </a:solidFill>
          <a:ln/>
        </p:spPr>
      </p:sp>
      <p:sp>
        <p:nvSpPr>
          <p:cNvPr id="4" name="Shape 2"/>
          <p:cNvSpPr/>
          <p:nvPr/>
        </p:nvSpPr>
        <p:spPr>
          <a:xfrm>
            <a:off x="1123950" y="2690813"/>
            <a:ext cx="5619750" cy="1979414"/>
          </a:xfrm>
          <a:prstGeom prst="roundRect">
            <a:avLst>
              <a:gd name="adj" fmla="val 12511"/>
            </a:avLst>
          </a:prstGeom>
          <a:solidFill>
            <a:srgbClr val="FFFFFF"/>
          </a:solidFill>
          <a:ln/>
          <a:effectLst>
            <a:outerShdw sx="100000" sy="100000" kx="0" ky="0" algn="bl" rotWithShape="0" blurRad="285750" dist="133350" dir="5400000">
              <a:srgbClr val="7C5CFC">
                <a:alpha val="18000"/>
              </a:srgbClr>
            </a:outerShdw>
          </a:effectLst>
        </p:spPr>
      </p:sp>
      <p:sp>
        <p:nvSpPr>
          <p:cNvPr id="5" name="Shape 3"/>
          <p:cNvSpPr/>
          <p:nvPr/>
        </p:nvSpPr>
        <p:spPr>
          <a:xfrm>
            <a:off x="1419225" y="3118545"/>
            <a:ext cx="495300" cy="495300"/>
          </a:xfrm>
          <a:prstGeom prst="roundRect">
            <a:avLst>
              <a:gd name="adj" fmla="val 30769"/>
            </a:avLst>
          </a:prstGeom>
          <a:solidFill>
            <a:srgbClr val="F1ECFF"/>
          </a:solidFill>
          <a:ln/>
        </p:spPr>
      </p:sp>
      <p:sp>
        <p:nvSpPr>
          <p:cNvPr id="6" name="Shape 4"/>
          <p:cNvSpPr/>
          <p:nvPr/>
        </p:nvSpPr>
        <p:spPr>
          <a:xfrm>
            <a:off x="6972300" y="2690813"/>
            <a:ext cx="5619750" cy="1979414"/>
          </a:xfrm>
          <a:prstGeom prst="roundRect">
            <a:avLst>
              <a:gd name="adj" fmla="val 12511"/>
            </a:avLst>
          </a:prstGeom>
          <a:solidFill>
            <a:srgbClr val="FFFFFF"/>
          </a:solidFill>
          <a:ln/>
          <a:effectLst>
            <a:outerShdw sx="100000" sy="100000" kx="0" ky="0" algn="bl" rotWithShape="0" blurRad="285750" dist="133350" dir="5400000">
              <a:srgbClr val="2FD0A8">
                <a:alpha val="18000"/>
              </a:srgbClr>
            </a:outerShdw>
          </a:effectLst>
        </p:spPr>
      </p:sp>
      <p:sp>
        <p:nvSpPr>
          <p:cNvPr id="7" name="Shape 5"/>
          <p:cNvSpPr/>
          <p:nvPr/>
        </p:nvSpPr>
        <p:spPr>
          <a:xfrm>
            <a:off x="7267575" y="3118545"/>
            <a:ext cx="495300" cy="495300"/>
          </a:xfrm>
          <a:prstGeom prst="roundRect">
            <a:avLst>
              <a:gd name="adj" fmla="val 30769"/>
            </a:avLst>
          </a:prstGeom>
          <a:solidFill>
            <a:srgbClr val="E4FBF4"/>
          </a:solidFill>
          <a:ln/>
        </p:spPr>
      </p:sp>
      <p:sp>
        <p:nvSpPr>
          <p:cNvPr id="8" name="Shape 6"/>
          <p:cNvSpPr/>
          <p:nvPr/>
        </p:nvSpPr>
        <p:spPr>
          <a:xfrm>
            <a:off x="1123950" y="4898827"/>
            <a:ext cx="5619750" cy="1979414"/>
          </a:xfrm>
          <a:prstGeom prst="roundRect">
            <a:avLst>
              <a:gd name="adj" fmla="val 12511"/>
            </a:avLst>
          </a:prstGeom>
          <a:solidFill>
            <a:srgbClr val="FFFFFF"/>
          </a:solidFill>
          <a:ln/>
          <a:effectLst>
            <a:outerShdw sx="100000" sy="100000" kx="0" ky="0" algn="bl" rotWithShape="0" blurRad="285750" dist="133350" dir="5400000">
              <a:srgbClr val="FF6F91">
                <a:alpha val="18000"/>
              </a:srgbClr>
            </a:outerShdw>
          </a:effectLst>
        </p:spPr>
      </p:sp>
      <p:sp>
        <p:nvSpPr>
          <p:cNvPr id="9" name="Shape 7"/>
          <p:cNvSpPr/>
          <p:nvPr/>
        </p:nvSpPr>
        <p:spPr>
          <a:xfrm>
            <a:off x="1419225" y="5326559"/>
            <a:ext cx="495300" cy="495300"/>
          </a:xfrm>
          <a:prstGeom prst="roundRect">
            <a:avLst>
              <a:gd name="adj" fmla="val 30769"/>
            </a:avLst>
          </a:prstGeom>
          <a:solidFill>
            <a:srgbClr val="FFE9EF"/>
          </a:solidFill>
          <a:ln/>
        </p:spPr>
      </p:sp>
      <p:sp>
        <p:nvSpPr>
          <p:cNvPr id="10" name="Shape 8"/>
          <p:cNvSpPr/>
          <p:nvPr/>
        </p:nvSpPr>
        <p:spPr>
          <a:xfrm>
            <a:off x="6972300" y="4898827"/>
            <a:ext cx="5619750" cy="1979414"/>
          </a:xfrm>
          <a:prstGeom prst="roundRect">
            <a:avLst>
              <a:gd name="adj" fmla="val 12511"/>
            </a:avLst>
          </a:prstGeom>
          <a:solidFill>
            <a:srgbClr val="FFFFFF"/>
          </a:solidFill>
          <a:ln/>
          <a:effectLst>
            <a:outerShdw sx="100000" sy="100000" kx="0" ky="0" algn="bl" rotWithShape="0" blurRad="285750" dist="133350" dir="5400000">
              <a:srgbClr val="4CC9F0">
                <a:alpha val="18000"/>
              </a:srgbClr>
            </a:outerShdw>
          </a:effectLst>
        </p:spPr>
      </p:sp>
      <p:sp>
        <p:nvSpPr>
          <p:cNvPr id="11" name="Shape 9"/>
          <p:cNvSpPr/>
          <p:nvPr/>
        </p:nvSpPr>
        <p:spPr>
          <a:xfrm>
            <a:off x="7267575" y="5326559"/>
            <a:ext cx="495300" cy="495300"/>
          </a:xfrm>
          <a:prstGeom prst="roundRect">
            <a:avLst>
              <a:gd name="adj" fmla="val 30769"/>
            </a:avLst>
          </a:prstGeom>
          <a:solidFill>
            <a:srgbClr val="E6F8FF"/>
          </a:solidFill>
          <a:ln/>
        </p:spPr>
      </p:sp>
      <p:sp>
        <p:nvSpPr>
          <p:cNvPr id="12" name="Shape 10"/>
          <p:cNvSpPr/>
          <p:nvPr/>
        </p:nvSpPr>
        <p:spPr>
          <a:xfrm>
            <a:off x="1123950" y="7183041"/>
            <a:ext cx="11468100" cy="1352550"/>
          </a:xfrm>
          <a:prstGeom prst="roundRect">
            <a:avLst>
              <a:gd name="adj" fmla="val 16901"/>
            </a:avLst>
          </a:prstGeom>
          <a:solidFill>
            <a:srgbClr val="2B2552"/>
          </a:solidFill>
          <a:ln/>
        </p:spPr>
      </p:sp>
      <p:sp>
        <p:nvSpPr>
          <p:cNvPr id="13" name="Shape 11"/>
          <p:cNvSpPr/>
          <p:nvPr/>
        </p:nvSpPr>
        <p:spPr>
          <a:xfrm>
            <a:off x="1123950" y="2733675"/>
            <a:ext cx="5619750" cy="0"/>
          </a:xfrm>
          <a:prstGeom prst="line">
            <a:avLst/>
          </a:prstGeom>
          <a:noFill/>
          <a:ln w="85725">
            <a:solidFill>
              <a:srgbClr val="7C5CFC"/>
            </a:solidFill>
            <a:prstDash val="solid"/>
          </a:ln>
        </p:spPr>
      </p:sp>
      <p:sp>
        <p:nvSpPr>
          <p:cNvPr id="14" name="Shape 12"/>
          <p:cNvSpPr/>
          <p:nvPr/>
        </p:nvSpPr>
        <p:spPr>
          <a:xfrm>
            <a:off x="6729413" y="2690813"/>
            <a:ext cx="0" cy="1979414"/>
          </a:xfrm>
          <a:prstGeom prst="line">
            <a:avLst/>
          </a:prstGeom>
          <a:noFill/>
          <a:ln w="28575">
            <a:solidFill>
              <a:srgbClr val="EFE7FF"/>
            </a:solidFill>
            <a:prstDash val="solid"/>
          </a:ln>
        </p:spPr>
      </p:sp>
      <p:sp>
        <p:nvSpPr>
          <p:cNvPr id="15" name="Shape 13"/>
          <p:cNvSpPr/>
          <p:nvPr/>
        </p:nvSpPr>
        <p:spPr>
          <a:xfrm>
            <a:off x="1123950" y="4655939"/>
            <a:ext cx="5619750" cy="0"/>
          </a:xfrm>
          <a:prstGeom prst="line">
            <a:avLst/>
          </a:prstGeom>
          <a:noFill/>
          <a:ln w="28575">
            <a:solidFill>
              <a:srgbClr val="EFE7FF"/>
            </a:solidFill>
            <a:prstDash val="solid"/>
          </a:ln>
        </p:spPr>
      </p:sp>
      <p:sp>
        <p:nvSpPr>
          <p:cNvPr id="16" name="Shape 14"/>
          <p:cNvSpPr/>
          <p:nvPr/>
        </p:nvSpPr>
        <p:spPr>
          <a:xfrm>
            <a:off x="1138238" y="2690813"/>
            <a:ext cx="0" cy="1979414"/>
          </a:xfrm>
          <a:prstGeom prst="line">
            <a:avLst/>
          </a:prstGeom>
          <a:noFill/>
          <a:ln w="28575">
            <a:solidFill>
              <a:srgbClr val="EFE7FF"/>
            </a:solidFill>
            <a:prstDash val="solid"/>
          </a:ln>
        </p:spPr>
      </p:sp>
      <p:sp>
        <p:nvSpPr>
          <p:cNvPr id="17" name="Shape 15"/>
          <p:cNvSpPr/>
          <p:nvPr/>
        </p:nvSpPr>
        <p:spPr>
          <a:xfrm>
            <a:off x="6972300" y="2733675"/>
            <a:ext cx="5619750" cy="0"/>
          </a:xfrm>
          <a:prstGeom prst="line">
            <a:avLst/>
          </a:prstGeom>
          <a:noFill/>
          <a:ln w="85725">
            <a:solidFill>
              <a:srgbClr val="2FD0A8"/>
            </a:solidFill>
            <a:prstDash val="solid"/>
          </a:ln>
        </p:spPr>
      </p:sp>
      <p:sp>
        <p:nvSpPr>
          <p:cNvPr id="18" name="Shape 16"/>
          <p:cNvSpPr/>
          <p:nvPr/>
        </p:nvSpPr>
        <p:spPr>
          <a:xfrm>
            <a:off x="12577762" y="2690813"/>
            <a:ext cx="0" cy="1979414"/>
          </a:xfrm>
          <a:prstGeom prst="line">
            <a:avLst/>
          </a:prstGeom>
          <a:noFill/>
          <a:ln w="28575">
            <a:solidFill>
              <a:srgbClr val="EFE7FF"/>
            </a:solidFill>
            <a:prstDash val="solid"/>
          </a:ln>
        </p:spPr>
      </p:sp>
      <p:sp>
        <p:nvSpPr>
          <p:cNvPr id="19" name="Shape 17"/>
          <p:cNvSpPr/>
          <p:nvPr/>
        </p:nvSpPr>
        <p:spPr>
          <a:xfrm>
            <a:off x="6972300" y="4655939"/>
            <a:ext cx="5619750" cy="0"/>
          </a:xfrm>
          <a:prstGeom prst="line">
            <a:avLst/>
          </a:prstGeom>
          <a:noFill/>
          <a:ln w="28575">
            <a:solidFill>
              <a:srgbClr val="EFE7FF"/>
            </a:solidFill>
            <a:prstDash val="solid"/>
          </a:ln>
        </p:spPr>
      </p:sp>
      <p:sp>
        <p:nvSpPr>
          <p:cNvPr id="20" name="Shape 18"/>
          <p:cNvSpPr/>
          <p:nvPr/>
        </p:nvSpPr>
        <p:spPr>
          <a:xfrm>
            <a:off x="6986588" y="2690813"/>
            <a:ext cx="0" cy="1979414"/>
          </a:xfrm>
          <a:prstGeom prst="line">
            <a:avLst/>
          </a:prstGeom>
          <a:noFill/>
          <a:ln w="28575">
            <a:solidFill>
              <a:srgbClr val="EFE7FF"/>
            </a:solidFill>
            <a:prstDash val="solid"/>
          </a:ln>
        </p:spPr>
      </p:sp>
      <p:sp>
        <p:nvSpPr>
          <p:cNvPr id="21" name="Shape 19"/>
          <p:cNvSpPr/>
          <p:nvPr/>
        </p:nvSpPr>
        <p:spPr>
          <a:xfrm>
            <a:off x="1123950" y="4941689"/>
            <a:ext cx="5619750" cy="0"/>
          </a:xfrm>
          <a:prstGeom prst="line">
            <a:avLst/>
          </a:prstGeom>
          <a:noFill/>
          <a:ln w="85725">
            <a:solidFill>
              <a:srgbClr val="FF6F91"/>
            </a:solidFill>
            <a:prstDash val="solid"/>
          </a:ln>
        </p:spPr>
      </p:sp>
      <p:sp>
        <p:nvSpPr>
          <p:cNvPr id="22" name="Shape 20"/>
          <p:cNvSpPr/>
          <p:nvPr/>
        </p:nvSpPr>
        <p:spPr>
          <a:xfrm>
            <a:off x="6729413" y="4898827"/>
            <a:ext cx="0" cy="1979414"/>
          </a:xfrm>
          <a:prstGeom prst="line">
            <a:avLst/>
          </a:prstGeom>
          <a:noFill/>
          <a:ln w="28575">
            <a:solidFill>
              <a:srgbClr val="EFE7FF"/>
            </a:solidFill>
            <a:prstDash val="solid"/>
          </a:ln>
        </p:spPr>
      </p:sp>
      <p:sp>
        <p:nvSpPr>
          <p:cNvPr id="23" name="Shape 21"/>
          <p:cNvSpPr/>
          <p:nvPr/>
        </p:nvSpPr>
        <p:spPr>
          <a:xfrm>
            <a:off x="1123950" y="6863953"/>
            <a:ext cx="5619750" cy="0"/>
          </a:xfrm>
          <a:prstGeom prst="line">
            <a:avLst/>
          </a:prstGeom>
          <a:noFill/>
          <a:ln w="28575">
            <a:solidFill>
              <a:srgbClr val="EFE7FF"/>
            </a:solidFill>
            <a:prstDash val="solid"/>
          </a:ln>
        </p:spPr>
      </p:sp>
      <p:sp>
        <p:nvSpPr>
          <p:cNvPr id="24" name="Shape 22"/>
          <p:cNvSpPr/>
          <p:nvPr/>
        </p:nvSpPr>
        <p:spPr>
          <a:xfrm>
            <a:off x="1138238" y="4898827"/>
            <a:ext cx="0" cy="1979414"/>
          </a:xfrm>
          <a:prstGeom prst="line">
            <a:avLst/>
          </a:prstGeom>
          <a:noFill/>
          <a:ln w="28575">
            <a:solidFill>
              <a:srgbClr val="EFE7FF"/>
            </a:solidFill>
            <a:prstDash val="solid"/>
          </a:ln>
        </p:spPr>
      </p:sp>
      <p:sp>
        <p:nvSpPr>
          <p:cNvPr id="25" name="Shape 23"/>
          <p:cNvSpPr/>
          <p:nvPr/>
        </p:nvSpPr>
        <p:spPr>
          <a:xfrm>
            <a:off x="6972300" y="4941689"/>
            <a:ext cx="5619750" cy="0"/>
          </a:xfrm>
          <a:prstGeom prst="line">
            <a:avLst/>
          </a:prstGeom>
          <a:noFill/>
          <a:ln w="85725">
            <a:solidFill>
              <a:srgbClr val="4CC9F0"/>
            </a:solidFill>
            <a:prstDash val="solid"/>
          </a:ln>
        </p:spPr>
      </p:sp>
      <p:sp>
        <p:nvSpPr>
          <p:cNvPr id="26" name="Shape 24"/>
          <p:cNvSpPr/>
          <p:nvPr/>
        </p:nvSpPr>
        <p:spPr>
          <a:xfrm>
            <a:off x="12577762" y="4898827"/>
            <a:ext cx="0" cy="1979414"/>
          </a:xfrm>
          <a:prstGeom prst="line">
            <a:avLst/>
          </a:prstGeom>
          <a:noFill/>
          <a:ln w="28575">
            <a:solidFill>
              <a:srgbClr val="EFE7FF"/>
            </a:solidFill>
            <a:prstDash val="solid"/>
          </a:ln>
        </p:spPr>
      </p:sp>
      <p:sp>
        <p:nvSpPr>
          <p:cNvPr id="27" name="Shape 25"/>
          <p:cNvSpPr/>
          <p:nvPr/>
        </p:nvSpPr>
        <p:spPr>
          <a:xfrm>
            <a:off x="6972300" y="6863953"/>
            <a:ext cx="5619750" cy="0"/>
          </a:xfrm>
          <a:prstGeom prst="line">
            <a:avLst/>
          </a:prstGeom>
          <a:noFill/>
          <a:ln w="28575">
            <a:solidFill>
              <a:srgbClr val="EFE7FF"/>
            </a:solidFill>
            <a:prstDash val="solid"/>
          </a:ln>
        </p:spPr>
      </p:sp>
      <p:sp>
        <p:nvSpPr>
          <p:cNvPr id="28" name="Shape 26"/>
          <p:cNvSpPr/>
          <p:nvPr/>
        </p:nvSpPr>
        <p:spPr>
          <a:xfrm>
            <a:off x="6986588" y="4898827"/>
            <a:ext cx="0" cy="1979414"/>
          </a:xfrm>
          <a:prstGeom prst="line">
            <a:avLst/>
          </a:prstGeom>
          <a:noFill/>
          <a:ln w="28575">
            <a:solidFill>
              <a:srgbClr val="EFE7FF"/>
            </a:solidFill>
            <a:prstDash val="solid"/>
          </a:ln>
        </p:spPr>
      </p:sp>
      <p:sp>
        <p:nvSpPr>
          <p:cNvPr id="29" name="Text 27"/>
          <p:cNvSpPr/>
          <p:nvPr/>
        </p:nvSpPr>
        <p:spPr>
          <a:xfrm>
            <a:off x="1123950" y="1123950"/>
            <a:ext cx="3639986" cy="295275"/>
          </a:xfrm>
          <a:prstGeom prst="rect">
            <a:avLst/>
          </a:prstGeom>
          <a:noFill/>
          <a:ln/>
        </p:spPr>
        <p:txBody>
          <a:bodyPr wrap="square" lIns="171450" tIns="66675" rIns="171450" bIns="66675" rtlCol="0" anchor="t"/>
          <a:lstStyle/>
          <a:p>
            <a:pPr algn="l" indent="0" marL="0">
              <a:buNone/>
            </a:pPr>
            <a:r>
              <a:rPr lang="en-US" sz="1125" b="1" dirty="0">
                <a:solidFill>
                  <a:srgbClr val="7C5CFC"/>
                </a:solidFill>
                <a:latin typeface="Fredoka" pitchFamily="34" charset="0"/>
                <a:ea typeface="Fredoka" pitchFamily="34" charset="-122"/>
                <a:cs typeface="Fredoka" pitchFamily="34" charset="-120"/>
              </a:rPr>
              <a:t>HOMEWORK · YOUR LANGUAGE PACK</a:t>
            </a:r>
            <a:endParaRPr lang="en-US" sz="1125" dirty="0"/>
          </a:p>
        </p:txBody>
      </p:sp>
      <p:sp>
        <p:nvSpPr>
          <p:cNvPr id="30" name="Text 28"/>
          <p:cNvSpPr/>
          <p:nvPr/>
        </p:nvSpPr>
        <p:spPr>
          <a:xfrm>
            <a:off x="1123950" y="1533525"/>
            <a:ext cx="7855044" cy="495300"/>
          </a:xfrm>
          <a:prstGeom prst="rect">
            <a:avLst/>
          </a:prstGeom>
          <a:noFill/>
          <a:ln/>
        </p:spPr>
        <p:txBody>
          <a:bodyPr wrap="square" lIns="0" tIns="0" rIns="0" bIns="0" rtlCol="0" anchor="t"/>
          <a:lstStyle/>
          <a:p>
            <a:pPr algn="l" indent="0" marL="0">
              <a:lnSpc>
                <a:spcPts val="3900"/>
              </a:lnSpc>
              <a:spcBef>
                <a:spcPts val="900"/>
              </a:spcBef>
              <a:spcAft>
                <a:spcPts val="2513"/>
              </a:spcAft>
              <a:buNone/>
            </a:pPr>
            <a:r>
              <a:rPr lang="en-US" sz="3750" b="1" dirty="0">
                <a:solidFill>
                  <a:srgbClr val="2B2552"/>
                </a:solidFill>
                <a:latin typeface="Fredoka" pitchFamily="34" charset="0"/>
                <a:ea typeface="Fredoka" pitchFamily="34" charset="-122"/>
                <a:cs typeface="Fredoka" pitchFamily="34" charset="-120"/>
              </a:rPr>
              <a:t>Keep the Conversation Going 🚀</a:t>
            </a:r>
            <a:endParaRPr lang="en-US" sz="3750" dirty="0"/>
          </a:p>
        </p:txBody>
      </p:sp>
      <p:sp>
        <p:nvSpPr>
          <p:cNvPr id="31" name="Text 29"/>
          <p:cNvSpPr/>
          <p:nvPr/>
        </p:nvSpPr>
        <p:spPr>
          <a:xfrm rot="21420000">
            <a:off x="10896377" y="1540669"/>
            <a:ext cx="1780223" cy="390525"/>
          </a:xfrm>
          <a:prstGeom prst="rect">
            <a:avLst/>
          </a:prstGeom>
          <a:noFill/>
          <a:ln/>
        </p:spPr>
        <p:txBody>
          <a:bodyPr wrap="square" lIns="190500" tIns="95250" rIns="190500" bIns="95250" rtlCol="0" anchor="t"/>
          <a:lstStyle/>
          <a:p>
            <a:pPr algn="l" indent="0" marL="0">
              <a:buNone/>
            </a:pPr>
            <a:r>
              <a:rPr lang="en-US" sz="1350" b="1" dirty="0">
                <a:solidFill>
                  <a:srgbClr val="FFFFFF"/>
                </a:solidFill>
                <a:latin typeface="Fredoka" pitchFamily="34" charset="0"/>
                <a:ea typeface="Fredoka" pitchFamily="34" charset="-122"/>
                <a:cs typeface="Fredoka" pitchFamily="34" charset="-120"/>
              </a:rPr>
              <a:t>Due next lesson</a:t>
            </a:r>
            <a:endParaRPr lang="en-US" sz="1350" dirty="0"/>
          </a:p>
        </p:txBody>
      </p:sp>
      <p:sp>
        <p:nvSpPr>
          <p:cNvPr id="32" name="Text 30"/>
          <p:cNvSpPr/>
          <p:nvPr/>
        </p:nvSpPr>
        <p:spPr>
          <a:xfrm>
            <a:off x="1470571" y="317569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33" name="Text 31"/>
          <p:cNvSpPr/>
          <p:nvPr/>
        </p:nvSpPr>
        <p:spPr>
          <a:xfrm>
            <a:off x="2066925" y="3232845"/>
            <a:ext cx="1067477" cy="266700"/>
          </a:xfrm>
          <a:prstGeom prst="rect">
            <a:avLst/>
          </a:prstGeom>
          <a:noFill/>
          <a:ln/>
        </p:spPr>
        <p:txBody>
          <a:bodyPr wrap="square" lIns="0" tIns="0" rIns="0" bIns="0" rtlCol="0" anchor="t"/>
          <a:lstStyle/>
          <a:p>
            <a:pPr algn="l" indent="0" marL="0">
              <a:spcBef>
                <a:spcPts val="1494"/>
              </a:spcBef>
              <a:spcAft>
                <a:spcPts val="1494"/>
              </a:spcAft>
              <a:buNone/>
            </a:pPr>
            <a:r>
              <a:rPr lang="en-US" sz="1800" b="1" dirty="0">
                <a:solidFill>
                  <a:srgbClr val="2B2552"/>
                </a:solidFill>
                <a:latin typeface="Fredoka" pitchFamily="34" charset="0"/>
                <a:ea typeface="Fredoka" pitchFamily="34" charset="-122"/>
                <a:cs typeface="Fredoka" pitchFamily="34" charset="-120"/>
              </a:rPr>
              <a:t>Grammar</a:t>
            </a:r>
            <a:endParaRPr lang="en-US" sz="1800" dirty="0"/>
          </a:p>
        </p:txBody>
      </p:sp>
      <p:sp>
        <p:nvSpPr>
          <p:cNvPr id="34" name="Text 32"/>
          <p:cNvSpPr/>
          <p:nvPr/>
        </p:nvSpPr>
        <p:spPr>
          <a:xfrm>
            <a:off x="1419225" y="3803452"/>
            <a:ext cx="5280660" cy="400050"/>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Complete 8 mixed-tense sentences. Correct two errors and explain the rule.</a:t>
            </a:r>
            <a:endParaRPr lang="en-US" sz="1350" dirty="0"/>
          </a:p>
        </p:txBody>
      </p:sp>
      <p:sp>
        <p:nvSpPr>
          <p:cNvPr id="35" name="Text 33"/>
          <p:cNvSpPr/>
          <p:nvPr/>
        </p:nvSpPr>
        <p:spPr>
          <a:xfrm>
            <a:off x="7318921" y="3175695"/>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36" name="Text 34"/>
          <p:cNvSpPr/>
          <p:nvPr/>
        </p:nvSpPr>
        <p:spPr>
          <a:xfrm>
            <a:off x="7915275" y="3232845"/>
            <a:ext cx="1276253" cy="266700"/>
          </a:xfrm>
          <a:prstGeom prst="rect">
            <a:avLst/>
          </a:prstGeom>
          <a:noFill/>
          <a:ln/>
        </p:spPr>
        <p:txBody>
          <a:bodyPr wrap="square" lIns="0" tIns="0" rIns="0" bIns="0" rtlCol="0" anchor="t"/>
          <a:lstStyle/>
          <a:p>
            <a:pPr algn="l" indent="0" marL="0">
              <a:spcBef>
                <a:spcPts val="1494"/>
              </a:spcBef>
              <a:spcAft>
                <a:spcPts val="1494"/>
              </a:spcAft>
              <a:buNone/>
            </a:pPr>
            <a:r>
              <a:rPr lang="en-US" sz="1800" b="1" dirty="0">
                <a:solidFill>
                  <a:srgbClr val="2B2552"/>
                </a:solidFill>
                <a:latin typeface="Fredoka" pitchFamily="34" charset="0"/>
                <a:ea typeface="Fredoka" pitchFamily="34" charset="-122"/>
                <a:cs typeface="Fredoka" pitchFamily="34" charset="-120"/>
              </a:rPr>
              <a:t>Vocabulary</a:t>
            </a:r>
            <a:endParaRPr lang="en-US" sz="1800" dirty="0"/>
          </a:p>
        </p:txBody>
      </p:sp>
      <p:sp>
        <p:nvSpPr>
          <p:cNvPr id="37" name="Text 35"/>
          <p:cNvSpPr/>
          <p:nvPr/>
        </p:nvSpPr>
        <p:spPr>
          <a:xfrm>
            <a:off x="7267575" y="3803452"/>
            <a:ext cx="5280660" cy="400050"/>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Create 6 digital flashcards with meaning, stress, and your own example.</a:t>
            </a:r>
            <a:endParaRPr lang="en-US" sz="1350" dirty="0"/>
          </a:p>
        </p:txBody>
      </p:sp>
      <p:sp>
        <p:nvSpPr>
          <p:cNvPr id="38" name="Text 36"/>
          <p:cNvSpPr/>
          <p:nvPr/>
        </p:nvSpPr>
        <p:spPr>
          <a:xfrm>
            <a:off x="1470571" y="5383709"/>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39" name="Text 37"/>
          <p:cNvSpPr/>
          <p:nvPr/>
        </p:nvSpPr>
        <p:spPr>
          <a:xfrm>
            <a:off x="2066925" y="5440859"/>
            <a:ext cx="822290" cy="266700"/>
          </a:xfrm>
          <a:prstGeom prst="rect">
            <a:avLst/>
          </a:prstGeom>
          <a:noFill/>
          <a:ln/>
        </p:spPr>
        <p:txBody>
          <a:bodyPr wrap="square" lIns="0" tIns="0" rIns="0" bIns="0" rtlCol="0" anchor="t"/>
          <a:lstStyle/>
          <a:p>
            <a:pPr algn="l" indent="0" marL="0">
              <a:spcBef>
                <a:spcPts val="1494"/>
              </a:spcBef>
              <a:spcAft>
                <a:spcPts val="1494"/>
              </a:spcAft>
              <a:buNone/>
            </a:pPr>
            <a:r>
              <a:rPr lang="en-US" sz="1800" b="1" dirty="0">
                <a:solidFill>
                  <a:srgbClr val="2B2552"/>
                </a:solidFill>
                <a:latin typeface="Fredoka" pitchFamily="34" charset="0"/>
                <a:ea typeface="Fredoka" pitchFamily="34" charset="-122"/>
                <a:cs typeface="Fredoka" pitchFamily="34" charset="-120"/>
              </a:rPr>
              <a:t>Writing</a:t>
            </a:r>
            <a:endParaRPr lang="en-US" sz="1800" dirty="0"/>
          </a:p>
        </p:txBody>
      </p:sp>
      <p:sp>
        <p:nvSpPr>
          <p:cNvPr id="40" name="Text 38"/>
          <p:cNvSpPr/>
          <p:nvPr/>
        </p:nvSpPr>
        <p:spPr>
          <a:xfrm>
            <a:off x="1419225" y="6011466"/>
            <a:ext cx="5280660" cy="400050"/>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Write a 100–120 word seasonal update using at least 5 target structures.</a:t>
            </a:r>
            <a:endParaRPr lang="en-US" sz="1350" dirty="0"/>
          </a:p>
        </p:txBody>
      </p:sp>
      <p:sp>
        <p:nvSpPr>
          <p:cNvPr id="41" name="Text 39"/>
          <p:cNvSpPr/>
          <p:nvPr/>
        </p:nvSpPr>
        <p:spPr>
          <a:xfrm>
            <a:off x="7318921" y="5383709"/>
            <a:ext cx="412083" cy="381000"/>
          </a:xfrm>
          <a:prstGeom prst="rect">
            <a:avLst/>
          </a:prstGeom>
          <a:noFill/>
          <a:ln/>
        </p:spPr>
        <p:txBody>
          <a:bodyPr wrap="square" lIns="0" tIns="0" rIns="0" bIns="0" rtlCol="0" anchor="t"/>
          <a:lstStyle/>
          <a:p>
            <a:pPr algn="l" indent="0" marL="0">
              <a:spcBef>
                <a:spcPts val="2250"/>
              </a:spcBef>
              <a:spcAft>
                <a:spcPts val="2250"/>
              </a:spcAft>
              <a:buNone/>
            </a:pPr>
            <a:r>
              <a:rPr lang="en-US" sz="2250" dirty="0">
                <a:solidFill>
                  <a:srgbClr val="2B2552"/>
                </a:solidFill>
                <a:latin typeface="Nunito" pitchFamily="34" charset="0"/>
                <a:ea typeface="Nunito" pitchFamily="34" charset="-122"/>
                <a:cs typeface="Nunito" pitchFamily="34" charset="-120"/>
              </a:rPr>
              <a:t>🎙️</a:t>
            </a:r>
            <a:endParaRPr lang="en-US" sz="2250" dirty="0"/>
          </a:p>
        </p:txBody>
      </p:sp>
      <p:sp>
        <p:nvSpPr>
          <p:cNvPr id="42" name="Text 40"/>
          <p:cNvSpPr/>
          <p:nvPr/>
        </p:nvSpPr>
        <p:spPr>
          <a:xfrm>
            <a:off x="7915275" y="5440859"/>
            <a:ext cx="1653957" cy="266700"/>
          </a:xfrm>
          <a:prstGeom prst="rect">
            <a:avLst/>
          </a:prstGeom>
          <a:noFill/>
          <a:ln/>
        </p:spPr>
        <p:txBody>
          <a:bodyPr wrap="square" lIns="0" tIns="0" rIns="0" bIns="0" rtlCol="0" anchor="t"/>
          <a:lstStyle/>
          <a:p>
            <a:pPr algn="l" indent="0" marL="0">
              <a:spcBef>
                <a:spcPts val="1494"/>
              </a:spcBef>
              <a:spcAft>
                <a:spcPts val="1494"/>
              </a:spcAft>
              <a:buNone/>
            </a:pPr>
            <a:r>
              <a:rPr lang="en-US" sz="1800" b="1" dirty="0">
                <a:solidFill>
                  <a:srgbClr val="2B2552"/>
                </a:solidFill>
                <a:latin typeface="Fredoka" pitchFamily="34" charset="0"/>
                <a:ea typeface="Fredoka" pitchFamily="34" charset="-122"/>
                <a:cs typeface="Fredoka" pitchFamily="34" charset="-120"/>
              </a:rPr>
              <a:t>Speaking prep</a:t>
            </a:r>
            <a:endParaRPr lang="en-US" sz="1800" dirty="0"/>
          </a:p>
        </p:txBody>
      </p:sp>
      <p:sp>
        <p:nvSpPr>
          <p:cNvPr id="43" name="Text 41"/>
          <p:cNvSpPr/>
          <p:nvPr/>
        </p:nvSpPr>
        <p:spPr>
          <a:xfrm>
            <a:off x="7267575" y="6011466"/>
            <a:ext cx="5280660" cy="400050"/>
          </a:xfrm>
          <a:prstGeom prst="rect">
            <a:avLst/>
          </a:prstGeom>
          <a:noFill/>
          <a:ln/>
        </p:spPr>
        <p:txBody>
          <a:bodyPr wrap="square" lIns="0" tIns="0" rIns="0" bIns="0" rtlCol="0" anchor="t"/>
          <a:lstStyle/>
          <a:p>
            <a:pPr algn="l" indent="0" marL="0">
              <a:spcBef>
                <a:spcPts val="900"/>
              </a:spcBef>
              <a:spcAft>
                <a:spcPts val="1350"/>
              </a:spcAft>
              <a:buNone/>
            </a:pPr>
            <a:r>
              <a:rPr lang="en-US" sz="1350" dirty="0">
                <a:solidFill>
                  <a:srgbClr val="5B5478"/>
                </a:solidFill>
                <a:latin typeface="Nunito" pitchFamily="34" charset="0"/>
                <a:ea typeface="Nunito" pitchFamily="34" charset="-122"/>
                <a:cs typeface="Nunito" pitchFamily="34" charset="-120"/>
              </a:rPr>
              <a:t>Prepare a 60-second update. Don’t read — use 5 keyword notes only.</a:t>
            </a:r>
            <a:endParaRPr lang="en-US" sz="1350" dirty="0"/>
          </a:p>
        </p:txBody>
      </p:sp>
      <p:sp>
        <p:nvSpPr>
          <p:cNvPr id="44" name="Text 42"/>
          <p:cNvSpPr/>
          <p:nvPr/>
        </p:nvSpPr>
        <p:spPr>
          <a:xfrm>
            <a:off x="1352550" y="7564041"/>
            <a:ext cx="11561445" cy="200025"/>
          </a:xfrm>
          <a:prstGeom prst="rect">
            <a:avLst/>
          </a:prstGeom>
          <a:noFill/>
          <a:ln/>
        </p:spPr>
        <p:txBody>
          <a:bodyPr wrap="square" lIns="0" tIns="0" rIns="0" bIns="0" rtlCol="0" anchor="t"/>
          <a:lstStyle/>
          <a:p>
            <a:pPr algn="l" indent="0" marL="0">
              <a:spcBef>
                <a:spcPts val="1200"/>
              </a:spcBef>
              <a:spcAft>
                <a:spcPts val="1200"/>
              </a:spcAft>
              <a:buNone/>
            </a:pPr>
            <a:r>
              <a:rPr lang="en-US" sz="1200" b="1" dirty="0">
                <a:solidFill>
                  <a:srgbClr val="FFC83D"/>
                </a:solidFill>
                <a:latin typeface="Fredoka" pitchFamily="34" charset="0"/>
                <a:ea typeface="Fredoka" pitchFamily="34" charset="-122"/>
                <a:cs typeface="Fredoka" pitchFamily="34" charset="-120"/>
              </a:rPr>
              <a:t>🏆 OPTIONAL CHALLENGE</a:t>
            </a:r>
            <a:endParaRPr lang="en-US" sz="1200" dirty="0"/>
          </a:p>
        </p:txBody>
      </p:sp>
      <p:sp>
        <p:nvSpPr>
          <p:cNvPr id="45" name="Text 43"/>
          <p:cNvSpPr/>
          <p:nvPr/>
        </p:nvSpPr>
        <p:spPr>
          <a:xfrm>
            <a:off x="1352550" y="7916466"/>
            <a:ext cx="11561445" cy="209550"/>
          </a:xfrm>
          <a:prstGeom prst="rect">
            <a:avLst/>
          </a:prstGeom>
          <a:noFill/>
          <a:ln/>
        </p:spPr>
        <p:txBody>
          <a:bodyPr wrap="square" lIns="0" tIns="0" rIns="0" bIns="0" rtlCol="0" anchor="t"/>
          <a:lstStyle/>
          <a:p>
            <a:pPr algn="l" indent="0" marL="0">
              <a:spcBef>
                <a:spcPts val="600"/>
              </a:spcBef>
              <a:spcAft>
                <a:spcPts val="1425"/>
              </a:spcAft>
              <a:buNone/>
            </a:pPr>
            <a:r>
              <a:rPr lang="en-US" sz="1425" dirty="0">
                <a:solidFill>
                  <a:srgbClr val="FFFFFF"/>
                </a:solidFill>
                <a:latin typeface="Nunito" pitchFamily="34" charset="0"/>
                <a:ea typeface="Nunito" pitchFamily="34" charset="-122"/>
                <a:cs typeface="Nunito" pitchFamily="34" charset="-120"/>
              </a:rPr>
              <a:t>Interview a family member. Report one surprising similarity and one difference using comparatives.</a:t>
            </a:r>
            <a:endParaRPr lang="en-US" sz="14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1047750"/>
            <a:ext cx="666750" cy="666750"/>
          </a:xfrm>
          <a:prstGeom prst="rect">
            <a:avLst/>
          </a:prstGeom>
          <a:solidFill>
            <a:srgbClr val="FFC83D"/>
          </a:solidFill>
          <a:ln/>
        </p:spPr>
      </p:sp>
      <p:sp>
        <p:nvSpPr>
          <p:cNvPr id="3" name="Shape 1"/>
          <p:cNvSpPr/>
          <p:nvPr/>
        </p:nvSpPr>
        <p:spPr>
          <a:xfrm>
            <a:off x="10953750" y="1238250"/>
            <a:ext cx="1143000" cy="1143000"/>
          </a:xfrm>
          <a:prstGeom prst="roundRect">
            <a:avLst>
              <a:gd name="adj" fmla="val 832500"/>
            </a:avLst>
          </a:prstGeom>
          <a:solidFill>
            <a:srgbClr val="FFC83D"/>
          </a:solidFill>
          <a:ln/>
        </p:spPr>
      </p:sp>
      <p:sp>
        <p:nvSpPr>
          <p:cNvPr id="4" name="Shape 2"/>
          <p:cNvSpPr/>
          <p:nvPr/>
        </p:nvSpPr>
        <p:spPr>
          <a:xfrm>
            <a:off x="1619250" y="5905500"/>
            <a:ext cx="666750" cy="666750"/>
          </a:xfrm>
          <a:prstGeom prst="roundRect">
            <a:avLst>
              <a:gd name="adj" fmla="val 1427143"/>
            </a:avLst>
          </a:prstGeom>
          <a:solidFill>
            <a:srgbClr val="4CC9F0"/>
          </a:solidFill>
          <a:ln/>
        </p:spPr>
      </p:sp>
      <p:sp>
        <p:nvSpPr>
          <p:cNvPr id="5" name="Shape 3"/>
          <p:cNvSpPr/>
          <p:nvPr/>
        </p:nvSpPr>
        <p:spPr>
          <a:xfrm>
            <a:off x="1085850" y="2510582"/>
            <a:ext cx="3721001" cy="1952625"/>
          </a:xfrm>
          <a:prstGeom prst="roundRect">
            <a:avLst>
              <a:gd name="adj" fmla="val 11707"/>
            </a:avLst>
          </a:prstGeom>
          <a:solidFill>
            <a:srgbClr val="FFFFFF"/>
          </a:solidFill>
          <a:ln/>
        </p:spPr>
      </p:sp>
      <p:sp>
        <p:nvSpPr>
          <p:cNvPr id="6" name="Shape 4"/>
          <p:cNvSpPr/>
          <p:nvPr/>
        </p:nvSpPr>
        <p:spPr>
          <a:xfrm>
            <a:off x="4997351" y="2510582"/>
            <a:ext cx="3721150" cy="1952625"/>
          </a:xfrm>
          <a:prstGeom prst="roundRect">
            <a:avLst>
              <a:gd name="adj" fmla="val 11707"/>
            </a:avLst>
          </a:prstGeom>
          <a:solidFill>
            <a:srgbClr val="FFFFFF"/>
          </a:solidFill>
          <a:ln/>
        </p:spPr>
      </p:sp>
      <p:sp>
        <p:nvSpPr>
          <p:cNvPr id="7" name="Shape 5"/>
          <p:cNvSpPr/>
          <p:nvPr/>
        </p:nvSpPr>
        <p:spPr>
          <a:xfrm>
            <a:off x="8909000" y="2510582"/>
            <a:ext cx="3721001" cy="1952625"/>
          </a:xfrm>
          <a:prstGeom prst="roundRect">
            <a:avLst>
              <a:gd name="adj" fmla="val 11707"/>
            </a:avLst>
          </a:prstGeom>
          <a:solidFill>
            <a:srgbClr val="FFFFFF"/>
          </a:solidFill>
          <a:ln/>
        </p:spPr>
      </p:sp>
      <p:sp>
        <p:nvSpPr>
          <p:cNvPr id="8" name="Shape 6"/>
          <p:cNvSpPr/>
          <p:nvPr/>
        </p:nvSpPr>
        <p:spPr>
          <a:xfrm>
            <a:off x="1085850" y="5425232"/>
            <a:ext cx="3665934" cy="1333500"/>
          </a:xfrm>
          <a:prstGeom prst="roundRect">
            <a:avLst>
              <a:gd name="adj" fmla="val 17143"/>
            </a:avLst>
          </a:prstGeom>
          <a:solidFill>
            <a:srgbClr val="FFFFFF">
              <a:alpha val="15000"/>
            </a:srgbClr>
          </a:solidFill>
          <a:ln/>
        </p:spPr>
      </p:sp>
      <p:sp>
        <p:nvSpPr>
          <p:cNvPr id="9" name="Text 7"/>
          <p:cNvSpPr/>
          <p:nvPr/>
        </p:nvSpPr>
        <p:spPr>
          <a:xfrm>
            <a:off x="1085850" y="1228725"/>
            <a:ext cx="12121515" cy="161925"/>
          </a:xfrm>
          <a:prstGeom prst="rect">
            <a:avLst/>
          </a:prstGeom>
          <a:noFill/>
          <a:ln/>
        </p:spPr>
        <p:txBody>
          <a:bodyPr wrap="square" lIns="0" tIns="0" rIns="0" bIns="0" rtlCol="0" anchor="t"/>
          <a:lstStyle/>
          <a:p>
            <a:pPr algn="l" indent="0" marL="0">
              <a:spcBef>
                <a:spcPts val="1125"/>
              </a:spcBef>
              <a:spcAft>
                <a:spcPts val="1125"/>
              </a:spcAft>
              <a:buNone/>
            </a:pPr>
            <a:r>
              <a:rPr lang="en-US" sz="1125" b="1" dirty="0">
                <a:solidFill>
                  <a:srgbClr val="FFF3C4"/>
                </a:solidFill>
                <a:latin typeface="Fredoka" pitchFamily="34" charset="0"/>
                <a:ea typeface="Fredoka" pitchFamily="34" charset="-122"/>
                <a:cs typeface="Fredoka" pitchFamily="34" charset="-120"/>
              </a:rPr>
              <a:t>WRAP-UP · EXIT TICKET</a:t>
            </a:r>
            <a:endParaRPr lang="en-US" sz="1125" dirty="0"/>
          </a:p>
        </p:txBody>
      </p:sp>
      <p:sp>
        <p:nvSpPr>
          <p:cNvPr id="10" name="Text 8"/>
          <p:cNvSpPr/>
          <p:nvPr/>
        </p:nvSpPr>
        <p:spPr>
          <a:xfrm>
            <a:off x="1085850" y="1533525"/>
            <a:ext cx="12121515" cy="594271"/>
          </a:xfrm>
          <a:prstGeom prst="rect">
            <a:avLst/>
          </a:prstGeom>
          <a:noFill/>
          <a:ln/>
        </p:spPr>
        <p:txBody>
          <a:bodyPr wrap="square" lIns="0" tIns="0" rIns="0" bIns="0" rtlCol="0" anchor="t"/>
          <a:lstStyle/>
          <a:p>
            <a:pPr algn="l" indent="0" marL="0">
              <a:lnSpc>
                <a:spcPts val="4680"/>
              </a:lnSpc>
              <a:spcBef>
                <a:spcPts val="600"/>
              </a:spcBef>
              <a:spcAft>
                <a:spcPts val="3015"/>
              </a:spcAft>
              <a:buNone/>
            </a:pPr>
            <a:r>
              <a:rPr lang="en-US" sz="4500" b="1" dirty="0">
                <a:solidFill>
                  <a:srgbClr val="FFFFFF"/>
                </a:solidFill>
                <a:latin typeface="Fredoka" pitchFamily="34" charset="0"/>
                <a:ea typeface="Fredoka" pitchFamily="34" charset="-122"/>
                <a:cs typeface="Fredoka" pitchFamily="34" charset="-120"/>
              </a:rPr>
              <a:t>One last update… 🎉</a:t>
            </a:r>
            <a:endParaRPr lang="en-US" sz="4500" dirty="0"/>
          </a:p>
        </p:txBody>
      </p:sp>
      <p:sp>
        <p:nvSpPr>
          <p:cNvPr id="11" name="Text 9"/>
          <p:cNvSpPr/>
          <p:nvPr/>
        </p:nvSpPr>
        <p:spPr>
          <a:xfrm>
            <a:off x="1314450" y="3024932"/>
            <a:ext cx="3426991" cy="323850"/>
          </a:xfrm>
          <a:prstGeom prst="rect">
            <a:avLst/>
          </a:prstGeom>
          <a:noFill/>
          <a:ln/>
        </p:spPr>
        <p:txBody>
          <a:bodyPr wrap="square" lIns="0" tIns="0" rIns="0" bIns="0" rtlCol="0" anchor="t"/>
          <a:lstStyle/>
          <a:p>
            <a:pPr algn="l" indent="0" marL="0">
              <a:spcBef>
                <a:spcPts val="2250"/>
              </a:spcBef>
              <a:spcAft>
                <a:spcPts val="2250"/>
              </a:spcAft>
              <a:buNone/>
            </a:pPr>
            <a:r>
              <a:rPr lang="en-US" sz="2250" b="1" dirty="0">
                <a:solidFill>
                  <a:srgbClr val="7C5CFC"/>
                </a:solidFill>
                <a:latin typeface="Fredoka" pitchFamily="34" charset="0"/>
                <a:ea typeface="Fredoka" pitchFamily="34" charset="-122"/>
                <a:cs typeface="Fredoka" pitchFamily="34" charset="-120"/>
              </a:rPr>
              <a:t>1</a:t>
            </a:r>
            <a:endParaRPr lang="en-US" sz="2250" dirty="0"/>
          </a:p>
        </p:txBody>
      </p:sp>
      <p:sp>
        <p:nvSpPr>
          <p:cNvPr id="12" name="Text 10"/>
          <p:cNvSpPr/>
          <p:nvPr/>
        </p:nvSpPr>
        <p:spPr>
          <a:xfrm>
            <a:off x="1314450" y="3634532"/>
            <a:ext cx="3426991" cy="419100"/>
          </a:xfrm>
          <a:prstGeom prst="rect">
            <a:avLst/>
          </a:prstGeom>
          <a:noFill/>
          <a:ln/>
        </p:spPr>
        <p:txBody>
          <a:bodyPr wrap="square" lIns="0" tIns="0" rIns="0" bIns="0" rtlCol="0" anchor="t"/>
          <a:lstStyle/>
          <a:p>
            <a:pPr algn="l" indent="0" marL="0">
              <a:spcBef>
                <a:spcPts val="900"/>
              </a:spcBef>
              <a:spcAft>
                <a:spcPts val="1425"/>
              </a:spcAft>
              <a:buNone/>
            </a:pPr>
            <a:r>
              <a:rPr lang="en-US" sz="1425" b="1" dirty="0">
                <a:solidFill>
                  <a:srgbClr val="2B2552"/>
                </a:solidFill>
                <a:latin typeface="Nunito" pitchFamily="34" charset="0"/>
                <a:ea typeface="Nunito" pitchFamily="34" charset="-122"/>
                <a:cs typeface="Nunito" pitchFamily="34" charset="-120"/>
              </a:rPr>
              <a:t>One grammar form I can use confidently is …</a:t>
            </a:r>
            <a:endParaRPr lang="en-US" sz="1425" dirty="0"/>
          </a:p>
        </p:txBody>
      </p:sp>
      <p:sp>
        <p:nvSpPr>
          <p:cNvPr id="13" name="Text 11"/>
          <p:cNvSpPr/>
          <p:nvPr/>
        </p:nvSpPr>
        <p:spPr>
          <a:xfrm>
            <a:off x="5225951" y="3024932"/>
            <a:ext cx="3427147" cy="323850"/>
          </a:xfrm>
          <a:prstGeom prst="rect">
            <a:avLst/>
          </a:prstGeom>
          <a:noFill/>
          <a:ln/>
        </p:spPr>
        <p:txBody>
          <a:bodyPr wrap="square" lIns="0" tIns="0" rIns="0" bIns="0" rtlCol="0" anchor="t"/>
          <a:lstStyle/>
          <a:p>
            <a:pPr algn="l" indent="0" marL="0">
              <a:spcBef>
                <a:spcPts val="2250"/>
              </a:spcBef>
              <a:spcAft>
                <a:spcPts val="2250"/>
              </a:spcAft>
              <a:buNone/>
            </a:pPr>
            <a:r>
              <a:rPr lang="en-US" sz="2250" b="1" dirty="0">
                <a:solidFill>
                  <a:srgbClr val="FF6F91"/>
                </a:solidFill>
                <a:latin typeface="Fredoka" pitchFamily="34" charset="0"/>
                <a:ea typeface="Fredoka" pitchFamily="34" charset="-122"/>
                <a:cs typeface="Fredoka" pitchFamily="34" charset="-120"/>
              </a:rPr>
              <a:t>2</a:t>
            </a:r>
            <a:endParaRPr lang="en-US" sz="2250" dirty="0"/>
          </a:p>
        </p:txBody>
      </p:sp>
      <p:sp>
        <p:nvSpPr>
          <p:cNvPr id="14" name="Text 12"/>
          <p:cNvSpPr/>
          <p:nvPr/>
        </p:nvSpPr>
        <p:spPr>
          <a:xfrm>
            <a:off x="5225951" y="3634532"/>
            <a:ext cx="3427147" cy="419100"/>
          </a:xfrm>
          <a:prstGeom prst="rect">
            <a:avLst/>
          </a:prstGeom>
          <a:noFill/>
          <a:ln/>
        </p:spPr>
        <p:txBody>
          <a:bodyPr wrap="square" lIns="0" tIns="0" rIns="0" bIns="0" rtlCol="0" anchor="t"/>
          <a:lstStyle/>
          <a:p>
            <a:pPr algn="l" indent="0" marL="0">
              <a:spcBef>
                <a:spcPts val="900"/>
              </a:spcBef>
              <a:spcAft>
                <a:spcPts val="1425"/>
              </a:spcAft>
              <a:buNone/>
            </a:pPr>
            <a:r>
              <a:rPr lang="en-US" sz="1425" b="1" dirty="0">
                <a:solidFill>
                  <a:srgbClr val="2B2552"/>
                </a:solidFill>
                <a:latin typeface="Nunito" pitchFamily="34" charset="0"/>
                <a:ea typeface="Nunito" pitchFamily="34" charset="-122"/>
                <a:cs typeface="Nunito" pitchFamily="34" charset="-120"/>
              </a:rPr>
              <a:t>One new word I will use this week is …</a:t>
            </a:r>
            <a:endParaRPr lang="en-US" sz="1425" dirty="0"/>
          </a:p>
        </p:txBody>
      </p:sp>
      <p:sp>
        <p:nvSpPr>
          <p:cNvPr id="15" name="Text 13"/>
          <p:cNvSpPr/>
          <p:nvPr/>
        </p:nvSpPr>
        <p:spPr>
          <a:xfrm>
            <a:off x="9137600" y="3024932"/>
            <a:ext cx="3426991" cy="323850"/>
          </a:xfrm>
          <a:prstGeom prst="rect">
            <a:avLst/>
          </a:prstGeom>
          <a:noFill/>
          <a:ln/>
        </p:spPr>
        <p:txBody>
          <a:bodyPr wrap="square" lIns="0" tIns="0" rIns="0" bIns="0" rtlCol="0" anchor="t"/>
          <a:lstStyle/>
          <a:p>
            <a:pPr algn="l" indent="0" marL="0">
              <a:spcBef>
                <a:spcPts val="2250"/>
              </a:spcBef>
              <a:spcAft>
                <a:spcPts val="2250"/>
              </a:spcAft>
              <a:buNone/>
            </a:pPr>
            <a:r>
              <a:rPr lang="en-US" sz="2250" b="1" dirty="0">
                <a:solidFill>
                  <a:srgbClr val="FFC83D"/>
                </a:solidFill>
                <a:latin typeface="Fredoka" pitchFamily="34" charset="0"/>
                <a:ea typeface="Fredoka" pitchFamily="34" charset="-122"/>
                <a:cs typeface="Fredoka" pitchFamily="34" charset="-120"/>
              </a:rPr>
              <a:t>3</a:t>
            </a:r>
            <a:endParaRPr lang="en-US" sz="2250" dirty="0"/>
          </a:p>
        </p:txBody>
      </p:sp>
      <p:sp>
        <p:nvSpPr>
          <p:cNvPr id="16" name="Text 14"/>
          <p:cNvSpPr/>
          <p:nvPr/>
        </p:nvSpPr>
        <p:spPr>
          <a:xfrm>
            <a:off x="9137600" y="3634532"/>
            <a:ext cx="3426991" cy="209550"/>
          </a:xfrm>
          <a:prstGeom prst="rect">
            <a:avLst/>
          </a:prstGeom>
          <a:noFill/>
          <a:ln/>
        </p:spPr>
        <p:txBody>
          <a:bodyPr wrap="square" lIns="0" tIns="0" rIns="0" bIns="0" rtlCol="0" anchor="t"/>
          <a:lstStyle/>
          <a:p>
            <a:pPr algn="l" indent="0" marL="0">
              <a:spcBef>
                <a:spcPts val="900"/>
              </a:spcBef>
              <a:spcAft>
                <a:spcPts val="1425"/>
              </a:spcAft>
              <a:buNone/>
            </a:pPr>
            <a:r>
              <a:rPr lang="en-US" sz="1425" b="1" dirty="0">
                <a:solidFill>
                  <a:srgbClr val="2B2552"/>
                </a:solidFill>
                <a:latin typeface="Nunito" pitchFamily="34" charset="0"/>
                <a:ea typeface="Nunito" pitchFamily="34" charset="-122"/>
                <a:cs typeface="Nunito" pitchFamily="34" charset="-120"/>
              </a:rPr>
              <a:t>One question I still have is …</a:t>
            </a:r>
            <a:endParaRPr lang="en-US" sz="1425" dirty="0"/>
          </a:p>
        </p:txBody>
      </p:sp>
      <p:sp>
        <p:nvSpPr>
          <p:cNvPr id="17" name="Text 15"/>
          <p:cNvSpPr/>
          <p:nvPr/>
        </p:nvSpPr>
        <p:spPr>
          <a:xfrm>
            <a:off x="1085850" y="4815632"/>
            <a:ext cx="1975716" cy="257175"/>
          </a:xfrm>
          <a:prstGeom prst="rect">
            <a:avLst/>
          </a:prstGeom>
          <a:noFill/>
          <a:ln/>
        </p:spPr>
        <p:txBody>
          <a:bodyPr wrap="square" lIns="0" tIns="0" rIns="0" bIns="0" rtlCol="0" anchor="t"/>
          <a:lstStyle/>
          <a:p>
            <a:pPr algn="l" indent="0" marL="0">
              <a:buNone/>
            </a:pPr>
            <a:r>
              <a:rPr lang="en-US" sz="1500" b="1" dirty="0">
                <a:solidFill>
                  <a:srgbClr val="FFF3C4"/>
                </a:solidFill>
                <a:latin typeface="Fredoka" pitchFamily="34" charset="0"/>
                <a:ea typeface="Fredoka" pitchFamily="34" charset="-122"/>
                <a:cs typeface="Fredoka" pitchFamily="34" charset="-120"/>
              </a:rPr>
              <a:t>🙋 Self-assessment:</a:t>
            </a:r>
            <a:endParaRPr lang="en-US" sz="1500" dirty="0"/>
          </a:p>
        </p:txBody>
      </p:sp>
      <p:sp>
        <p:nvSpPr>
          <p:cNvPr id="18" name="Text 16"/>
          <p:cNvSpPr/>
          <p:nvPr/>
        </p:nvSpPr>
        <p:spPr>
          <a:xfrm>
            <a:off x="3119884" y="4768007"/>
            <a:ext cx="1600513" cy="352425"/>
          </a:xfrm>
          <a:prstGeom prst="rect">
            <a:avLst/>
          </a:prstGeom>
          <a:noFill/>
          <a:ln/>
        </p:spPr>
        <p:txBody>
          <a:bodyPr wrap="square" lIns="190500" tIns="76200" rIns="190500" bIns="76200" rtlCol="0" anchor="t"/>
          <a:lstStyle/>
          <a:p>
            <a:pPr algn="l" indent="0" marL="0">
              <a:buNone/>
            </a:pPr>
            <a:r>
              <a:rPr lang="en-US" sz="1350" b="1" dirty="0">
                <a:solidFill>
                  <a:srgbClr val="FFFFFF"/>
                </a:solidFill>
                <a:latin typeface="Nunito" pitchFamily="34" charset="0"/>
                <a:ea typeface="Nunito" pitchFamily="34" charset="-122"/>
                <a:cs typeface="Nunito" pitchFamily="34" charset="-120"/>
              </a:rPr>
              <a:t>1 · I need help</a:t>
            </a:r>
            <a:endParaRPr lang="en-US" sz="1350" dirty="0"/>
          </a:p>
        </p:txBody>
      </p:sp>
      <p:sp>
        <p:nvSpPr>
          <p:cNvPr id="19" name="Text 17"/>
          <p:cNvSpPr/>
          <p:nvPr/>
        </p:nvSpPr>
        <p:spPr>
          <a:xfrm>
            <a:off x="4796582" y="4768007"/>
            <a:ext cx="1753969" cy="352425"/>
          </a:xfrm>
          <a:prstGeom prst="rect">
            <a:avLst/>
          </a:prstGeom>
          <a:noFill/>
          <a:ln/>
        </p:spPr>
        <p:txBody>
          <a:bodyPr wrap="square" lIns="190500" tIns="76200" rIns="190500" bIns="76200" rtlCol="0" anchor="t"/>
          <a:lstStyle/>
          <a:p>
            <a:pPr algn="l" indent="0" marL="0">
              <a:buNone/>
            </a:pPr>
            <a:r>
              <a:rPr lang="en-US" sz="1350" b="1" dirty="0">
                <a:solidFill>
                  <a:srgbClr val="FFFFFF"/>
                </a:solidFill>
                <a:latin typeface="Nunito" pitchFamily="34" charset="0"/>
                <a:ea typeface="Nunito" pitchFamily="34" charset="-122"/>
                <a:cs typeface="Nunito" pitchFamily="34" charset="-120"/>
              </a:rPr>
              <a:t>2 · Almost there</a:t>
            </a:r>
            <a:endParaRPr lang="en-US" sz="1350" dirty="0"/>
          </a:p>
        </p:txBody>
      </p:sp>
      <p:sp>
        <p:nvSpPr>
          <p:cNvPr id="20" name="Text 18"/>
          <p:cNvSpPr/>
          <p:nvPr/>
        </p:nvSpPr>
        <p:spPr>
          <a:xfrm>
            <a:off x="6619429" y="4768007"/>
            <a:ext cx="1590668" cy="352425"/>
          </a:xfrm>
          <a:prstGeom prst="rect">
            <a:avLst/>
          </a:prstGeom>
          <a:noFill/>
          <a:ln/>
        </p:spPr>
        <p:txBody>
          <a:bodyPr wrap="square" lIns="190500" tIns="76200" rIns="190500" bIns="76200" rtlCol="0" anchor="t"/>
          <a:lstStyle/>
          <a:p>
            <a:pPr algn="l" indent="0" marL="0">
              <a:buNone/>
            </a:pPr>
            <a:r>
              <a:rPr lang="en-US" sz="1350" b="1" dirty="0">
                <a:solidFill>
                  <a:srgbClr val="FFFFFF"/>
                </a:solidFill>
                <a:latin typeface="Nunito" pitchFamily="34" charset="0"/>
                <a:ea typeface="Nunito" pitchFamily="34" charset="-122"/>
                <a:cs typeface="Nunito" pitchFamily="34" charset="-120"/>
              </a:rPr>
              <a:t>3 · I can use it</a:t>
            </a:r>
            <a:endParaRPr lang="en-US" sz="1350" dirty="0"/>
          </a:p>
        </p:txBody>
      </p:sp>
      <p:sp>
        <p:nvSpPr>
          <p:cNvPr id="21" name="Text 19"/>
          <p:cNvSpPr/>
          <p:nvPr/>
        </p:nvSpPr>
        <p:spPr>
          <a:xfrm>
            <a:off x="1314450" y="5749082"/>
            <a:ext cx="3369171" cy="152400"/>
          </a:xfrm>
          <a:prstGeom prst="rect">
            <a:avLst/>
          </a:prstGeom>
          <a:noFill/>
          <a:ln/>
        </p:spPr>
        <p:txBody>
          <a:bodyPr wrap="square" lIns="0" tIns="0" rIns="0" bIns="0" rtlCol="0" anchor="t"/>
          <a:lstStyle/>
          <a:p>
            <a:pPr algn="l" indent="0" marL="0">
              <a:spcBef>
                <a:spcPts val="1050"/>
              </a:spcBef>
              <a:spcAft>
                <a:spcPts val="1050"/>
              </a:spcAft>
              <a:buNone/>
            </a:pPr>
            <a:r>
              <a:rPr lang="en-US" sz="1050" b="1" dirty="0">
                <a:solidFill>
                  <a:srgbClr val="FFF3C4"/>
                </a:solidFill>
                <a:latin typeface="Fredoka" pitchFamily="34" charset="0"/>
                <a:ea typeface="Fredoka" pitchFamily="34" charset="-122"/>
                <a:cs typeface="Fredoka" pitchFamily="34" charset="-120"/>
              </a:rPr>
              <a:t>NEXT LESSON</a:t>
            </a:r>
            <a:endParaRPr lang="en-US" sz="1050" dirty="0"/>
          </a:p>
        </p:txBody>
      </p:sp>
      <p:sp>
        <p:nvSpPr>
          <p:cNvPr id="22" name="Text 20"/>
          <p:cNvSpPr/>
          <p:nvPr/>
        </p:nvSpPr>
        <p:spPr>
          <a:xfrm>
            <a:off x="1314450" y="6101507"/>
            <a:ext cx="3369171" cy="266700"/>
          </a:xfrm>
          <a:prstGeom prst="rect">
            <a:avLst/>
          </a:prstGeom>
          <a:noFill/>
          <a:ln/>
        </p:spPr>
        <p:txBody>
          <a:bodyPr wrap="square" lIns="0" tIns="0" rIns="0" bIns="0" rtlCol="0" anchor="t"/>
          <a:lstStyle/>
          <a:p>
            <a:pPr algn="l" indent="0" marL="0">
              <a:spcBef>
                <a:spcPts val="1575"/>
              </a:spcBef>
              <a:spcAft>
                <a:spcPts val="1575"/>
              </a:spcAft>
              <a:buNone/>
            </a:pPr>
            <a:r>
              <a:rPr lang="en-US" sz="1575" b="1" dirty="0">
                <a:solidFill>
                  <a:srgbClr val="FFFFFF"/>
                </a:solidFill>
                <a:latin typeface="Nunito" pitchFamily="34" charset="0"/>
                <a:ea typeface="Nunito" pitchFamily="34" charset="-122"/>
                <a:cs typeface="Nunito" pitchFamily="34" charset="-120"/>
              </a:rPr>
              <a:t>Building longer conversations 💬</a:t>
            </a:r>
            <a:endParaRPr lang="en-US" sz="1575" dirty="0"/>
          </a:p>
        </p:txBody>
      </p:sp>
      <p:sp>
        <p:nvSpPr>
          <p:cNvPr id="23" name="Text 21"/>
          <p:cNvSpPr/>
          <p:nvPr/>
        </p:nvSpPr>
        <p:spPr>
          <a:xfrm>
            <a:off x="8761809" y="5893891"/>
            <a:ext cx="4061758" cy="396180"/>
          </a:xfrm>
          <a:prstGeom prst="rect">
            <a:avLst/>
          </a:prstGeom>
          <a:noFill/>
          <a:ln/>
        </p:spPr>
        <p:txBody>
          <a:bodyPr wrap="square" lIns="0" tIns="0" rIns="0" bIns="0" rtlCol="0" anchor="t"/>
          <a:lstStyle/>
          <a:p>
            <a:pPr algn="l" indent="0" marL="0">
              <a:lnSpc>
                <a:spcPts val="3120"/>
              </a:lnSpc>
              <a:spcBef>
                <a:spcPts val="3000"/>
              </a:spcBef>
              <a:spcAft>
                <a:spcPts val="3000"/>
              </a:spcAft>
              <a:buNone/>
            </a:pPr>
            <a:r>
              <a:rPr lang="en-US" sz="3000" b="1" dirty="0">
                <a:solidFill>
                  <a:srgbClr val="FFF3C4"/>
                </a:solidFill>
                <a:latin typeface="Fredoka" pitchFamily="34" charset="0"/>
                <a:ea typeface="Fredoka" pitchFamily="34" charset="-122"/>
                <a:cs typeface="Fredoka" pitchFamily="34" charset="-120"/>
              </a:rPr>
              <a:t>Great work today! 🌟</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2026-08-06T14:57:39Z</dcterms:created>
  <dcterms:modified xsi:type="dcterms:W3CDTF">2026-08-06T14:57:39Z</dcterms:modified>
</cp:coreProperties>
</file>